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0.xml" ContentType="application/inkml+xml"/>
  <Override PartName="/ppt/notesSlides/notesSlide4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5.xml" ContentType="application/vnd.openxmlformats-officedocument.presentationml.notesSlide+xml"/>
  <Override PartName="/ppt/ink/ink13.xml" ContentType="application/inkml+xml"/>
  <Override PartName="/ppt/notesSlides/notesSlide6.xml" ContentType="application/vnd.openxmlformats-officedocument.presentationml.notesSlide+xml"/>
  <Override PartName="/ppt/ink/ink14.xml" ContentType="application/inkml+xml"/>
  <Override PartName="/ppt/notesSlides/notesSlide7.xml" ContentType="application/vnd.openxmlformats-officedocument.presentationml.notesSlide+xml"/>
  <Override PartName="/ppt/ink/ink15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6.xml" ContentType="application/inkml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8" r:id="rId13"/>
    <p:sldId id="267" r:id="rId14"/>
    <p:sldId id="265" r:id="rId15"/>
  </p:sldIdLst>
  <p:sldSz cx="14630400" cy="8229600"/>
  <p:notesSz cx="8229600" cy="146304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2:58.832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21 8 2872,'0'0'0,"0"0"488,0 0-568,0 0 48,-2 0 8,0 0-40,0-4-32,0 4-8,-2-4 40,0 4 48,1 0 16,3 0 104,0 0-88,-2 0-16,2 0 40,0 0-64,0 0 16,0 0 0,0 0-72,0 0 40,5 0 16,-5 0 8,0 0 88,0 0-56,0 0-32,0 2 8,0 0-40,0 0 64,0 0-24,4 1-24,-4 1-24,4 2 16,-4 0 24,4 0 0,2 0 40,-2 11-40,0-11-8,3 11 0,-1-11-8,10 14 16,-12-11 8,1 13 16,-1-5-32,2-1 32,10 3-32,-11 0-24,-1-1 16,2 3-8,10 0 32,-12-1 8,1 1 0,-1-3 64,2 3-56,10 0-24,-11-3-32,-1 1-64,0-1 64,2 1 32,0-2 16,0-1-16,1-8-24,-3 13 16,0-13-8,2 13-8,-2-15-8,0 13-24,0-13 0,1 10 0,-1-9 0,0 1-16,0 8 24,-4-12 32,4 3 0,2 1-24,-2 0 16,1 0-24,-1 1 24,2-3 24,0 0-8,0 2-8,-2 1 0,-4-1-16,7 0-16,9-2-40,-16 3-48,4-1-384,2 8 176,-6-16 360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3:15.60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1636 238 1272,'0'0'0,"0"0"16,0 0-24,0-4 8,0 0-16,0 0 16,0-2 32,0 0 0,0-1 16,0 1-48,0 0-8,0 0 0,0 0 0,0-11 8,0 13-16,0 0 8,4-2 16,-4 0 16,4-11-24,0 17 8,-4-6-16,4 0 0,2-1 48,-1 1-40,-1-10-8,0 16 0,0-6 0,2-1 8,0 1 16,1 0-24,-1 2 16,0 0-8,0 0 24,0-1-32,0 1 0,1 4 8,-1-4-16,0 4 16,0-4-32,-2 0 40,1 0 8,-1 4 0,2-4-8,-2 4-16,0-4-16,0 4 32,0-5 16,0 5-8,1-4 32,-1 4-32,-4 0 8,4-4 8,0 4-8,-4 0-8,0 0-8,0 0 16,0-4-16,-2 4 16,0 0 8,-4 0-8,-1 0 0,1 0 8,0 0 0,0 0-24,-11 0 0,11 0 24,0 0-16,-2 0 0,-11 0-16,11 0 8,-13 0 16,15 0-8,-13 2 0,3 0-16,-3 2-8,1 0 24,-1 3 0,1-1-8,-5 0-8,0 0 16,-2 0 8,3 1 0,-3-1-16,-2 0-40,0 0 64,0 0 0,1 3 0,-1-1 0,-6 0-24,0 0-16,0 1 40,4 7-32,-10-12 0,-19 13-8,-2-11 8,8 10 24,9-11 0,6 1-8,2 2 0,-3 0 8,3-1 16,11-1-16,-5 0 0,-2 0-8,0-2-16,-2 0 32,8 0 0,0 1-16,0-1 16,1-2 0,-1 2 8,0 0 8,2 0-48,-1 0 40,-1 0 8,6-1 16,-1-1 32,1 0-48,0 0 0,-1 0-16,1 0 16,11 0 16,-15 0-40,7 0 16,8 0 8,-15 0-32,15 0 16,-13 0-24,4-2-8,9 0 40,-8 0-8,9 0-8,-9 0 0,10 0-32,-13 2 24,13 0 8,-2 0-48,-9 1 40,13-1-16,-4-2 8,0 2 24,1-2-32,-1 0 0,2 0 16,0 0 24,-1 0-32,1 0 0,2 0-16,-2 0-8,2 0 40,0 0-8,2 0-8,2 0-16,0 0 0,0 0 0,0 0-16,4 0 8,-4 0 24,4 0-16,2 0 24,13 0-40,-15 0 0,2 0 32,13 0-32,-13 0 24,19-4 0,-9 4-24,1 0-8,1-5 24,3 5-24,2-4-8,3 4 16,3-4 8,4 0 8,4 0-8,1 0-56,-1 4 24,2-4 16,2 4-16,3 0 64,-3-4-72,0 4 16,3 0 24,1 0-40,0 0 16,1 0-8,-5-5 8,2 5 16,5 0 24,-13 0-32,-4 0 40,-2 0-48,4 0 32,2 0 0,0 0-16,2 0-24,3 0 24,1 2 8,4 1-8,1-1 0,-5 0 0,0 0 32,3 0-8,-1 0 72,-2 0-56,-2 0-16,-1 0 24,1 2-40,0 0 16,-4 0-24,-2 1 16,-2-3 8,0 2 16,2 0 48,-8 0-72,-2-2-8,-3 2 24,5 0-32,-2-2 16,-5 0 8,-11 1 16,15 1-16,-5 0 24,-1 0 8,-12 0-72,3 0 48,-1-2 16,0 2-40,0 0 40,-2-1-40,0-1 0,-4 0 56,0 0-8,5 0 16,-5 0 0,0 0 0,-2 0 0,-3-2 8,1 0-16,-2 0-24,-2 0-8,-9 0 8,11 0 8,-10 0-8,7 0 0,-13 0 8,3 0 8,3 2-16,-5-2 0,-2 0-48,-2 0 32,1 0 8,-1 0 0,-2 0 32,-4 0-56,-2 0 24,2 0 0,0 0-24,-4 0-32,0 0 24,0 0 16,2 0 32,0 0 0,-2-4-40,-5 4-16,3 0 16,0 0 8,2 0 0,-2 0 0,-4 0-40,1 0 0,1 0-8,-4-4-8,-21 4 8,-6 0-32,8 0 24,14 0-16,7 0-32,0 0 48,1 0 16,-3 0 0,2 2 32,6 0-24,-1 0-16,1 0 24,6-2-8,-2 2 32,7 0-56,-3 0 0,0-2-40,2 2-48,17 0-104,-11 0-1144,19-2 1400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3:23.557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2717 372 1128,'0'0'0,"-2"0"96,0 0-32,0 0-64,-4 0 24,0 0 0,-1 0-16,1 0 0,-2 0 24,0 0 0,-9 0-24,11 0 16,-2 0 0,-9 0-8,11 0 32,-2 0-32,-11 0-8,13 0 0,-15 0 0,15 0 0,-12 2 8,1 0 24,-2-2 0,1 0-8,1 2-8,1 0-40,-5-2 32,1 2 0,-3 0-8,4 0 16,-1 0-32,-1 0 16,0 0 24,-1 0-8,1 1-16,0-1-16,-1 0 16,-3 2-8,2-2-8,0 0 24,-3 0-24,-1 0-8,-2 2 24,0-2 16,2 0 0,-2 0 8,-2 0-40,0 1 8,2-1-8,3 0 24,-1 0 8,-2 0 0,-2 0-24,2 0 40,2 0-8,0 0 0,0 0 8,1 0-24,-1 0 8,2-2 16,0 0 8,-2 2 8,3-2-8,1 2-8,2-2-8,-1 0-24,-1 0-8,2 2 16,3-2-16,-1 0 24,2 0-16,-1 2-8,1-2 48,9 3-40,-13-3 24,13 0 8,-12 0-24,13 2 24,-9 0-8,10-2-32,-3 0 48,1 0-64,-8 2 16,14 0 8,-5-2-64,1 2 64,2 0-8,0-2 0,2 2 24,0-2-32,0 0-16,-2 0 8,2 0 16,2 2-8,0-2 0,0 0 0,0 2 8,0-2-8,0 0 0,0 2-8,4-2 8,0 2 16,2-2-40,0 0 0,0 2-8,11-2 24,-13 2 16,15 0-8,-13-2 8,12 3-32,-11-1 48,13 0-16,-14-2-8,17 2 8,-6 0-48,-1 0 48,3-2 0,1 2-24,1-2 16,-2 2-40,1 0 32,3-2 0,2 0 32,-3 2-32,3-2 0,0 2 24,2 0-64,0 0 88,-5 0-40,3 0 8,0 0 32,0 1-16,2-1-48,-3 0 8,-1-2 16,0 2-8,1 0 32,1 0-32,-4 0 0,2 0-16,-1 0 16,3 0 16,-2 0-8,-3 0 16,1 0 8,0 0 8,1 0 0,1 1 0,-4-1-32,-3 0 16,3 0-8,-1 0-16,1 0 24,-13 0-16,17 0 32,-17 0-8,17 0-16,-17 0 24,0 0 8,0 0 8,11 0 8,-13 0 0,0 0-32,-4 1 8,4-1 32,0-2-8,1 2 0,-1-2 24,-4 0-24,0 0 48,0 2 16,4-2 24,-4 0 0,0 0 32,0 0-24,0 0-24,0 0 0,0 0-56,0 0 0,-2 0-32,0 0 0,0 0-16,-3 0 16,-3-4 32,2 4-24,0 0 8,-2-5-32,-11 5 0,13-4 0,-11 0 16,13 4 0,-4-4-24,-15 0-8,15 4-24,-13-4 8,13 4 0,-13-4 16,3 4-24,-3-4 16,3-1 0,1 5-8,-4-4 40,-1 4-32,-1-4 8,0 4 48,3 0-104,-3-4 16,-4 4 16,0 0-32,0-4 48,3 4-24,-3 0 40,-4-4-72,-2 4 48,2 0-8,0-4-48,-2 4 48,-2 0 0,0-4 48,2 4-8,0 0-8,0 0-16,-3 0-32,1 0 32,2 0-8,2 0 16,-2 0 24,0 0-8,2 0 16,0 0 16,2 0-40,1 0-24,-1 0-8,0 0-32,4 0 16,0 0 8,0 0-40,3 0 8,-3 2-8,6 0-32,1-2 0,-1 0-32,3 2 8,-1 0 8,11 0 8,-15-2-16,15 0 0,-10 2 48,11 0-8,-1 0 8,0-2 8,0 2-16,2 0-24,2 0 0,0 0-48,2 0-64,0 0-1240,0-2 1464</inkml:trace>
  <inkml:trace contextRef="#ctx0" brushRef="#br0" timeOffset="1261">950 357 2328,'0'0'0,"-2"0"488,0-4-280,-4 0 64,-1-2-56,-9-11-48,10 13-88,-15-2 16,5 0-40,-3 0-8,0-1 48,-1 3-32,-1 0 8,0 4-8,1 0-40,-1 0 8,3 0 24,-1 0-64,0 0 32,3 0 0,-1 0-24,1 0 48,8 2-56,-15 0-24,6 0 8,9 0-16,-12 1 8,11-1-8,-9 0-32,11 0 24,-11 2-16,12 0-24,-13 0 8,13 0-16,-13 0-32,13 3 24,-12-3-16,11 2-8,-11-2 32,12 2 8,-3 0 24,-7 1 0,10-1 8,-13 0-8,13 2 40,0 0-16,-3-1 8,1-1-8,2 0-24,0 0 32,0 3 0,1-3 8,1 0-8,0 0 0,0 0 8,2 0-8,0 1 16,2-1-16,0 0 16,0 0 32,0 0-56,0 1 40,4-1-24,0 0 16,0 0 64,3-2-64,9 0-8,-12 1 8,13-1-8,-11 0 24,12 0-8,-11-2-16,11 0-8,-12 0 24,15 0-8,-15 0 16,17 0 16,-7-2-48,1 0 32,0 0 16,1 0-64,-1 0 32,1 0-8,1 0-40,-1 0 40,3 0-8,0-4 8,-3 0 24,3 0-8,0 0 16,1 0-24,-1 0-8,0-3-16,-1 3 24,1-2 24,-1 0-24,1 0 16,-2 0-32,-1-1 16,1 1 24,-3 0-16,-9 0-16,15-11 16,-16 13 8,17-2 32,-17 0-8,11-11 8,-13 17 8,12-6-24,-11 0 32,1-11-24,0 13 24,0 0 24,0-2-8,1 0 16,-3-11-24,-4 13 8,4-2 16,-4 0-8,4-1-16,-4-9 8,0 12-40,0 0 8,0-3 16,0 1-56,0 0 8,-2 0-24,-2 0 32,2-1 8,-4-9-8,-1 12 0,-9 0-40,10 0 32,-3 4-24,-9-5-8,12 5 8,-11 0-24,11 0 48,-2 0 32,-9 0-40,11 0-32,-13 3 8,11-1 0,-13 4 16,3 0-8,-3 0 8,1 2 0,-1 9 16,-2-11 16,1 13-8,-3-11-16,2 11 32,0-11-16,1 12-8,-1-11-16,0 11-48,3-3 56,1-9 40,0 13-48,1-13 8,1 13-40,1-13 16,8 15 8,-13-15-24,15 13 16,-13-13-40,13 12 24,-11-11 32,13 11-24,-2-13-16,2 11 16,0-12 24,2 11 0,0-11-8,2 2-8,0 1 0,0-1 24,0 0 0,0 0 8,4 1-16,0-3 8,0 0 0,2 0-16,0 0 24,13 1-16,-15-1 0,15-2 8,-13 0 0,15-2-16,-15 0 0,14 0 16,-13 0-40,17-2 40,-7 0-16,-1 0-8,1 0 24,1 0-16,3-4 24,0 0-16,-3 0 32,1 0-32,0 0 0,1-1 8,1 1-8,-3-2 0,1 0-8,0 0 8,-1 0-64,1-1 32,-3 1-40,3 0 8,-3 0-16,1-11-8,-1 17-8,-9-6-16,15-10 32,-5 16 0,-11-7 0,15 1-16,-17-10-32,12 12-112,-12-3-952,-4 7 1200</inkml:trace>
  <inkml:trace contextRef="#ctx0" brushRef="#br0" timeOffset="1262">248 99 4016,'0'0'0,"-4"-16"32,-2 12 368,0-15-184,-11 13-31,11-11-113,-2 13-96,-9-2 16,11 0-32,0 0 8,-1-1 32,-1 3-64,0 0 72,0 4 32,-1 0-72,3 0 16,0 0-48,0 0-9,0 0 57,2 0 0,-1 0-16,1 0-40,0 0-8,0 2-24,0 4-32,0 1 0,-2-1-32,1 2 32,-1 0-24,2 9 8,0-11-8,0 2-16,-2 11 32,2-13 24,-1 11-24,1-11 16,0 12 24,-2-9-40,2 9 96,0-10-8,0 11-40,1-13 72,1 0-40,0 3 40,0-1 16,2 0-40,0 0-8,0 1-40,0-1-8,0 0 8,0 0 32,0 9-16,0-13 8,0 2-48,0 1-112,0-1-760,0-6 992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3:31.289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25 143 8,'0'0'0,"29"-18"0,-29 18 1704,6-7 2209,0-9-2377,-2 12-1480,1-2 160,-5-11-256,0 13-112,-7-13-80,-1 13 8,2-2 88,0-10 40,-3 16 40,1-7 32,2 3 32,0 0-24,4 0-56,-2 4-96,-1-4-104,3 4-112,0 0-168,2-4-97,-2 4-23,0 0 56,2 0 136,0 0 104,0 0 72,0 0 64,0 0 72,0 2 48,4 0 32,0 2-40,-4 0-24,5 2-864,-5-6 1016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3:40.296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4173 265 1272,'0'0'0,"0"0"200,0 0-152,0 0 0,0 0-56,0 0 0,0 0 16,0 0-56,-2 0 48,0 0 0,-1 0-8,1 0 32,0 0-8,0 0-16,-2 2-8,2 0 16,-2 0 8,0 0 0,0 0-32,-3 2-8,3 3 0,0-1 8,2 0 48,-2 0-48,0 0 8,0 3 16,2-1 32,0 0-24,-2 0-16,1 1-8,1 7-32,0-10 40,2 3 8,-2 7-8,0-10-8,2 3-16,0 7 8,0-10 0,0 11-24,0-11 40,0 2 0,0 11 8,0-13-16,4 11 16,-4-11-16,4 2 0,1 8 16,-1-9-24,0-1 8,0 10 8,0-11-8,0 3 24,0 0-24,3 0 8,-1 1-16,0-1 16,0-2 16,0 0-24,1 0 24,-1 1-32,0-1 72,10 0-48,-16 0-16,7 0 8,-1-2-56,12-1 48,-13-1 16,1 0-16,10 0 16,-12 0-8,3-2 8,11 0 40,-14 0-40,2 0-8,13 0 8,-15 0-8,13-4 24,-13 0 8,2-3 0,11 3-32,-13-2 32,2 0-8,0 0-8,11-1 16,-13 1-8,2-10 8,0 12 16,0-3-8,0-11 16,11 14-8,-17-2 0,6-13 8,0 15 8,1-13-32,-1 11 8,0-10 32,-2 9-40,0-9 24,0 10-24,-4-11-8,4 11 0,-4-11 0,0 13 8,0-12 0,0 12 24,0-13-16,0 11-24,-2-11 8,-4 13 0,2-12 48,-2 12-16,0-13-32,-1 13-24,1-12 32,0 11-16,0-1 8,0 0-8,-3-11-48,1 13 32,0-2 24,0 0-8,-9 0 0,11 0-8,0-1-8,-11 1 16,13 2-40,-4 0 0,-11 0-24,13 0 24,-2 4 24,-9-4-16,11 4 24,-2 0-40,-9 0 8,11 0 8,-2 0-40,-9 0 16,13 0-8,-4 0 16,0 0 0,-1 0 8,1 2-8,0 0 0,2 2-8,-2 2 24,-1 0-8,1 0-8,0 1-24,2-1-32,-1 2 32,1 0-16,0 9 16,0-11 40,2 2-32,2 9 40,0-11-16,-1 13-24,1-13 8,0 12 8,2-11 0,0 13-24,0-14 8,0 13 8,0-11 40,4 11-16,1-13 8,-1 15-8,0-15-16,2 12 24,0-11 8,0 11-8,1-12-8,9 13 16,-12-13 8,2 2 16,13 9-24,-15-13 0,13 2-16,-11 2 8,12 1 0,-11-3-16,13 0 16,-14 0 0,17 1 24,-17-1-8,17 0 8,-17-2-32,19-2 0,-8 0 24,-1 0 0,1 0 8,-1 0 8,1-2-8,-1 0-8,1 0 16,-11 0-32,17 0 8,-17 0 8,16 0 16,-15 0-8,15-4 16,-15 0-16,11 0 0,-12 0 32,13 0-32,-15 0-8,13-1 16,-13 1-32,12-2 16,-12 0 24,0 0-8,3 0-8,-1-1 24,0 1-24,0 0 24,0 0 24,-1 0-16,-1-11 32,0 13-64,-4-2-8,4 0 8,-4-1-8,0-9 24,0 12-32,0-2 32,0-1-16,0-9 24,0 12 48,0-3-64,-2 1-8,0-10-16,0 12-32,-2 0 16,0-3-16,-1 1-16,-1 0 48,2 0 8,-2 0 0,0-1 0,-1 1-32,3 0 0,-2 0 40,2 2-16,-2 0-16,0-1 0,-1 1-32,3 0 24,0 4 48,-2-4-64,0 4 16,0 0-8,1 0-24,1 0 64,0 0-56,-2 0 24,0 0 0,0 0 24,2 0 40,-3 0-32,1 2 8,0 0-24,0 2-32,2 0 0,-3 1-16,1-1 16,0 2 24,0 0 16,0 0 0,-1 0-8,1 1 8,0-1-16,0 0 24,2 0-32,0 0 8,-3 1-32,3-1-8,0 2 32,0-2-8,0 2 8,0 1-8,2-1 0,0 0 8,0 1 16,0-1-8,-1 0 16,3 0 0,0 1 8,0-3 0,0 2-16,0 0 0,0 1-16,0-3 32,0 2-8,0-2 8,0 2 0,5-1-16,-1-1 16,0 0-24,0 0 8,2 0 16,0 1-8,1-1 16,9 0-8,-16 0-8,6-2 0,0 0 0,11 1 8,-13-3-8,2 2 0,0-2 0,13 0 16,-15 0 8,2 0-16,1-2 16,-1 0-16,10 0 0,-12 0 8,3 0 0,-1 0-16,10 0 8,-12-4 24,3 0-16,-1 0 32,0-1-24,0-1-16,0 0 40,1 0-40,-3 0 8,0 0 16,0-1-16,-4 1 16,4 0 8,-4 0-8,0-11-32,0 13 72,0-2-32,-2 0-16,0-11 24,-4 13-72,2-2 40,-3 0 32,1-11 16,0 13-56,0-2 8,-2 0-16,-9-11-16,11 13 16,-2 0 16,-11-2-8,11-1-8,-11 1 32,11 0-56,-13 2 24,13 0-16,-13 0 0,5 4 0,-1-4 16,-1 4 0,1 0-8,1 0 48,-1 0-64,9 0 8,-15 0-8,5 2-24,1 2 24,1 2 24,-1 0-8,9 0-32,-13 1 48,13 1-32,-13 0 8,13 9 8,-13-11 0,15 0-8,-12 10 8,12-9 0,-11 1-16,11 8 0,-11-9 16,13 1-8,-2 8-8,0-9-24,0 1-8,1 8 8,1-9 24,2-1 16,-2 2-8,2 0-16,0 1 16,2-1-8,0 0 32,0 0 8,0 1-24,0-1 8,4-2 0,0 0-8,-4 0 0,4 1 32,3-1-48,-1 0 24,0 0-8,0-2 0,0 0 16,1 1 32,-1-3-32,10 0-16,-12 0 8,3 0-40,9 0 56,-12 0-32,13 0 24,-13-2 8,12 0-16,-11 0 16,11 0 0,-12 0-16,2 0 24,11 0 0,-13 0-8,2 0 16,0-4-8,1 0 8,-1 0 32,0 0-24,0-1 0,0 1-16,1 0-8,-3 0 8,0 0 40,0 0-48,-4-2-8,4 1 24,-4-1-16,4 0 32,-4 0 32,0 0-48,0-1-8,0 1 24,0 0-32,0 0 24,0 0-8,-2-1 0,-2 1 0,0 0 0,0 0-16,-2 0-8,-1 0 0,1 1-8,0 1 16,0-2-40,-2 2-40,-9 0 40,13 0-16,-2 0 16,-3 4 24,1-5-24,0 5 16,-9-4-8,11 4-8,-2 0 0,-9 0-16,11 0 16,-2 0 8,-9 0 8,11 0 16,-2 2 0,-11 0 8,13 3-16,-10 1 8,10 0-32,-11 0-8,11 0 32,-2 1-16,-9-1 16,11 2-32,-2 0-24,-1 0 24,3 9 8,0-11 24,0 2-40,0 1-32,-1 7-8,1-10 8,2 3 16,2 7 48,-2-10-24,2 3 16,0 7 8,2-10-16,0 3 16,0 7-16,0-10 24,0 3-24,4 7 24,0-12-16,2 2-8,0 3 8,1-1 24,-1-2 0,0 0 0,10 1 0,-11-1-8,11 0 16,-12-2-24,13 0 16,-13-2-16,12 0 8,-9 0 24,9-2-16,-12 0 48,13 0-32,-13 0 8,14 0-8,-13 0-24,1-4 16,12 0 0,-14 0 24,13 0-16,-13-2 24,2-1-8,1 1 0,9 0 8,-12 0 8,2 0-48,1-1 16,-1 1 8,0 0-24,0 0 32,-2 0-8,0 0-24,1-11 64,-1 17-24,-4-6-24,0 0 48,0-11-24,4 17 8,-4-6 56,0 0-48,0 0-16,0-1 16,0 1-40,0 0 40,-2 0-24,0 0-40,-2-1 0,-1 1-16,1 2 48,0 0-16,-2 0-32,0 0-8,0 0-8,-1-1 16,1 1 16,0 4-8,-11-4-8,13 4 8,-2 0 8,-10 0-32,9 0-8,-1 0 24,-8 0-8,9 0 40,-1 0-16,-10 2-16,11 0-8,-1 2-24,0 1 8,-9-1 8,11 2 0,-2-2 16,0 2 8,-1 0-24,1 1-24,0-1-8,2 0-16,0 0-8,-1 0 16,1 1 24,0-1-16,2 0 24,2 0 0,0 0-24,0 0 40,2 1-16,0-1 16,0 0 0,0 0-8,4 0 0,0 1 0,0-1 32,2 0 40,0-2-48,1 2-8,-1-2 0,12 1-24,-14-1 32,15 0 0,-15 0-8,13-2 0,-11 0 40,12 0 0,-11 0 0,11 0 8,-12-2-8,13 0-8,-13 0 8,17 0-16,-17 0-16,15 0 48,-15 0 0,17-4 8,-17 0 8,17 0-40,-17 0 24,16-2 0,-15-1-8,13 1 0,-13 0 16,11 0-8,-14 0 32,13-1 16,-13 1-48,2 0 24,0 0-16,11 0 24,-17-1 24,6 1-8,0 0 48,-2 0-64,0 0-8,1 0-8,-1-1-32,-4 1 40,4 0 40,-4 0-24,4 0 0,-4-1-72,0 3-16,0 0 16,0 0 40,0 0-24,0 0-32,-2 0 16,-2-1-56,0 1 88,-3 4-24,1-4-40,0 4-8,0-4-8,0 4 8,-3 0 24,-7-4-24,12 4 40,-2 0 8,-3 0-56,1 0 48,-8 0-32,9 0-8,1 0 64,-10 2-16,9 0-48,-1 0 0,0 2 0,0 0-8,-1 1 40,-7-1-48,10 0 8,-3 0 24,1 2-48,0-2 48,0 0-32,-1 3-24,3-3 16,0 0-16,0 0-32,0 0 24,-1 2 24,3-2-16,2 1-8,0 1 8,0-2-16,0 0 56,0 0 0,2 0 40,0 0-16,0 0-24,0 1 24,0-1-24,4 0 8,0 0 48,-4 0-32,4 0-8,3-2 8,-1 2-24,0-1 8,0-1-16,0 0 32,11 0 16,-13 0 8,12 0 8,-9-2-32,9 0 0,-10 0 24,13 0 0,-13 0-16,13 0 8,-13 0-32,13 0 40,-13 0 40,12-4-48,-14 0 16,13-1-8,-11 5 8,13-4 40,-15 0-16,2 0 0,11 0-8,-13 0 16,2 0 24,0-3-16,0 3 8,0 0 0,1 0-8,-1 0 16,0 0-24,0 0-24,-2 4 16,0-4 24,1-1-32,-5 5 0,0-4-40,0 4-32,0-4 8,0 4 40,0-4-48,0 4-16,0 0-8,-2 0-16,-1 0 16,1 0 8,-4 0 8,2 0 0,-2 0 8,2 0 8,-2 0-8,-1 0 0,-1 0 8,0 0 0,0 0 8,-1 2-32,-7 2 16,10 0-8,-3 3 40,-7-1-8,10 0-16,-13 0 24,13 0-32,-11 1 16,11-1 0,-12 0-16,11 0 8,-1 0 16,-8 1 8,9-1-16,-1 0-8,0 0-8,2 0 40,-3 0-24,1 1 8,2-3 0,0 0-32,0 2 16,-1-2-16,3 0-8,0 1-8,2-1 16,0-2 56,0 2-8,0-2 0,0 0-24,2 0-8,0 0 16,0 0 16,0 0-8,0 0 0,0 0 0,0 0 32,4-2-8,0 0-16,0 0 48,0 0-24,1 0 8,-1 0 0,0 0-48,2 0 0,0 0 24,0 0 8,1 0 0,-1 0 24,-2-4-16,2 0 24,0 0 40,0 0-48,1 0 8,-1 0-8,0 0-32,0-3 48,0 3-8,1-2 16,-1 0-24,-2 0 16,2-1 16,-2 1-48,0 0 24,-4-10 16,5 16 16,-5-7 8,4-9-16,-4 12-16,0-3-8,0 1 24,0-10 0,0 12-80,0-3 32,-2-9-8,0 12-32,-3-2 16,-1-11-8,0 13-32,0-2 80,0 0 24,-1-11-32,1 13-8,0-2-80,-2 0 0,0-11 16,-9 17-16,11-6 40,-13 0-8,13-1 0,-10 3 16,9 0-24,-13 0-24,11 0 8,-11 0 24,12 4 8,-13 0 16,4 0-24,1 0-32,-1 0 24,1 0 8,-1 0 8,-1 2 48,-7 4-32,4 0 8,1 0-8,-5 1-96,-2 9 24,-2-10-16,11 1-8,9 1 88,-11 0-72,11 0-8,-9 1 24,12-1-16,-3 0-8,3 0 40,2 1-64,-2-3-64,4 0 72,0 0 32,2 0-16,0 1 40,0-1 8,0-2-56,0-2 96,6 2-32,0 0 48,-2 2-40,2-1-8,-1-3 88,1 0-88,0 0 64,0 0-48,11 0-8,-13 0 8,2 0-24,0 0 32,11 0 8,-13-2 32,12 0-16,-9 0 8,11 0-16,-12 0-8,15 0 24,-15 0 8,15-4 8,-15 0 24,17 0 16,-17 0 16,15-3 0,-15 1 32,12 0-8,-12 0-8,13 0 0,-13-13-16,11 15 24,-13-2 16,2-13 8,13 15 16,-19-12-56,6 11 8,0-11 0,0 12 32,0-15 0,-1 15-15,-5-15-17,4 15-32,-4-14 48,4 12 16,-4-11-40,0 11-24,0-11 24,0 11-32,0-12-16,-2 13-24,-2-13-16,0 14-8,-3-13 32,1 13 40,0-12-144,0 11 72,0-11-80,-1 12-8,-1-2 80,-8-1-72,9 1 80,-1 0-24,-8 0 16,9 0-48,-11-1-24,10 1 16,-11 2 40,11 4 32,-19-4 0,4 4-128,-4 0-16,1 0 0,1 6 40,0 0 64,0 11-8,0-11 80,5 13-64,3-13-64,9 12-40,-13-11-120,5 11 31,8-12 57,-9 13 0,13-13-48,-2 15 16,-3-15 0,3 13 16,2-13 24,2 10-56,0-10-8,0 3 8,0 7 32,2-10 56,0 3 32,4-1-32,0 0 64,0 0 16,2-1-40,1-1 48,-1 0-16,-2-2 32,2-2-24,11 0 0,-13 0-16,12-2-16,-12 0 64,3 0 40,-1 0 48,15-4-24,-15 0-40,12-2 40,-14 2-56,1-2 48,1-1 24,10 1-64,-12 0 72,3 0-32,11-11 8,-14 13 48,13-2-8,-13-13 32,2 15 24,13-12-16,-15 12-40,12-15 24,-12 13 56,13-13-16,-13 13 8,2-12-120,1 11-24,9-13 24,-16 13 0,6-13 65,0 14-17,1-13 16,-1 13 0,0-15 24,-2 15-32,-4-13-48,4 13-8,-4-12 8,0 14-64,0-15 32,0 15-16,0-13 8,0 13 80,0-12-72,-2 12 32,-4-3-16,0 1-24,0-10 40,-1 12-72,1-1-40,0-1 8,-2 0 16,0 0 48,-13 0 24,2-1-88,1 1 8,-5 2-64,4 4-16,1 0 72,-3 0-104,1 0 48,-1 0 56,2 2 0,-1 4 32,1 1-8,-4-1-24,1 0 8,1 2 0,2 9 24,-1-11-40,-3 12-8,2-11 64,5 13-24,8-13 0,-17 13-16,6-12-8,3 13 0,8-13 56,-11 13-104,13-15 16,-15 15-40,15-13-48,0 11 56,0-13-41,-1 12-23,1-11 0,0 9-16,6-10-40,0 11 32,0-11-8,0 0 56,0 11 32,4-11 32,2 2 24,0 0-8,1 9 40,11-11 0,-12 2 8,19 1-16,-19-1 0,19 0 0,-4 0-24,2 1 40,-1-3 8,-3 0-8,1-2 8,3 0 24,4-2-64,-2 0 16,-2 1 40,-5-1 24,-1-2 32,-1 0-48,1 0 16,-1 0-72,1-5 40,1 5 56,-1-4-40,-1 0 32,1 0 8,1 0 16,1 0 40,0-2-16,-1-1 0,1 1 48,-1 0 8,1 0 40,-1-11 16,-1 13 73,-1-2-33,-9 0 24,15 0-40,-15-11-80,9 13 56,-12-2 32,2 0-8,1-11-72,-1 13 16,-2-2-80,-4-11 56,0 13 32,0-2-64,0-11-72,0 13-40,-2-2-16,0 0-24,-2-11 40,-3 13-16,-1-2-32,0-10 96,-9 11-16,11-1-16,-14-10-8,11 12 0,-11-3-32,11 1 16,-19-14-8,-1 15-88,-6-11 0,-5 12 16,5 0 0,2 4-24,0 0 48,0 0-32,2 0 48,4 0 8,0 4-48,3 2 48,-3 0 16,2 11 32,-2-11 40,5 2-96,-3 11-32,0-13-24,2 12 32,7-9 56,-1 11-40,-1-11-88,1 9 24,11-10-104,-2 13-24,-1-13 8,1 11-48,2-11 32,0 11 56,4-13-24,0 13-1,0-13 1,2 10 0,0-10 64,4 11 32,0-11-8,0 11 24,2-13 16,0 4 16,13 0 72,-15 1-40,13-1 32,-11 0 16,17-2-8,-5 1 8,-1-1-24,-1-2 0,3-2 40,3 0-24,3 0-8,0-2 0,-2 0-40,-1 0 64,-1 0 24,-4 0 32,7-4-56,1-2 48,-4 2-16,-3-1-80,-1-1 112,-11 0-152,19 0 40,-9 0 88,3-1-80,2 1 64,-1 0-16,-1-10-32,-1 11 56,1-1 16,0 0-8,1-10 0,-1 11 64,1-1-56,1-12 48,-2 14-8,-3-3-104,1-11 105,-1 14 7,1-3 0,-11-9 8,15 12-48,-15-2 40,0-11 40,12 13 8,-13-13 40,-1 13-112,0-2 16,0-10 32,0 11-48,0-1 16,-4 0-24,4-10-8,-4 11 8,0-1 56,0-10-56,-2 12-24,0-3 8,-2 1-16,0-10-40,-2 12 8,-2-3-40,-1 1-16,1 0 24,-8-11-8,9 17 16,-13-6-16,11 2 24,-11 0-8,12 0-40,-17 0 48,4 0-48,-10 4-56,-6-5 104,-2 5-72,-3 0-32,1 0 48,4 3 0,2 3 8,6-2 24,0 2 24,2 0-48,0 0 8,5 1 32,-1-3-40,2 0 32,-1 2 24,5 0 8,11 0-16,-13 1 32,11-1-104,-13 0 24,15 0 32,-2 0-96,0 1 24,-9-1-24,11 0-80,0 0 40,2 0-40,2 1-56,-2-1 16,-3 0-56,5 0 56,2 0-1,0 1 25,0-1 32,6 2 24,11 0 24,-11 1-8,15-1 8,-17 0 40,15 0 0,-3 1 48,1-1-8,-1-2-32,-10 0 32,19 2 24,-6-1-8,1-1 0,1 0 0,-3-2 8,-1 0 8,-11-2 56,17 0 16,-17 1-32,17-3 24,-5 0-32,1 0-48,0 0 0,-1 0-24,1 0 0,-1 0 40,3 0 32,0 0-16,1-5 24,1 1 24,2 0-24,-3 0 40,1 0 8,0 0 0,-2-2 16,1-1 24,-1 1 24,-3 0 8,-1 0 0,0 0 72,-11-11-24,16 17 41,-15-6-1,9-11-88,-12 13 8,13-2-40,-13 0 0,2-11 0,-2 13 32,2-2 0,-1 0 32,-1-13 8,-4 15-64,0-2-16,0-11-24,0 13-8,0-2-24,-2-13-16,0 15-16,-3-2 0,-1-12 32,0 13-56,-2-1-16,-9-10-8,11 12 48,-2-3-40,-9 1 32,11-10-24,-12 16-24,9-6 48,-11-1-64,3 1 24,1 2-80,-3 0 64,0 0 48,1 4-32,-5 0-72,-12 0-16,-6 0-40,-9 0 56,3 2 40,1 4 0,5 2 24,2 1-24,4-1 24,6 0-24,4 0-8,-2 1 16,2-1 80,7 0 24,1 9-64,-1-13-40,-1 2 0,11 2-32,-11-2 40,17 1 16,-4-1-112,-10 2-32,11-2-24,1 0-8,2 1-32,0-1 72,-2 0-57,2 0-39,2 0 64,0 1-96,0-1 72,4 0 112,0 0 8,2 0 40,15 3 16,-17-3-64,0 2 48,13 0 0,-11 1 0,15-3-24,-15 2 8,10-2-16,-12 0 48,17 1 24,-15-1 0,13 0-16,-13-2-8,15 0 24,-3 0-24,-1 0 40,-1-1-24,3-1-16,0 0 32,-3 0 40,-10-2 8,17 0-32,-17 0 64,15 0-88,-15 0-16,10 0 48,-11 0-40,13 0 16,-12 0 40,13-4 56,-13 4-80,13-5 40,-13 5 16,13-4-56,-13 4 72,10-4 72,-12 0-48,13 0 64,-13 4 40,2-4-56,0 0 88,1 0-24,-1-1 24,0 1 8,0 0-47,-2 0-41,-4 0-16,0 4-8,0-4 0,0 0-16,0 0-88,-2-1-24,0 1 32,-4 0-32,0 0 40,-11 0-56,1 0-104,-7 0 48,0 0-40,1-1 8,-3 5 64,-4 0-8,0 0 40,4 0 32,0 2-32,-1 1-24,-3 3 16,0 0-16,2 0 48,0 0-64,-2 3-48,0 9 16,5-12 48,-1 11 24,0-11 32,-2 11-48,0-11-16,5 10 32,1-10 0,2 11 24,1-11-80,10 0 8,-9 3-24,15-1-24,-4 0-25,0 0 17,1 1 8,3-3 8,2 0 32,0 0-56,0 0-40,0 1 72,0-1-32,7 0 32,-1 0 48,-2 0-56,0 1 56,2-3 24,11 0-24,-13 2 24,2-2-8,11 0 0,-11 0 24,19 1 0,-19-3-24,12 0 24,-1 0 8,1 0-16,3 0 16,-2 0-40,-3-2-24,3 0 40,3 0 16,-1 0 0,0 0 32,-3 0-24,1 0-8,2-4 24,-1 4-24,-1-4-8,-3 4-8,1-4-16,-11-1 80,15 5 0,-15-4-56,12 4 16,-13-4-8,1 4-16,0-4 80,10 4 16,-11-4-144,1 4 32,10-4-24,-12 4-16,3-4 112,-1 4 24,0-4-64,0 4 40,0-5-40,-1 5-24,-1-4 56,0 4-24,0 0 8,-4 0 24,4-4-64,-4 4 112,4 0-56,-4 0-8,0 0 88,-2 0-168,-2 0 56,0 0 24,-2 0-16,-3 0-40,-7 0 40,10 0-64,-11 0 0,11 0 72,-15 0-40,5 2 8,8 0 32,-13 0-48,13 0 8,-19 0-16,4 3-8,2-1 40,3 2-8,-1 0 16,-3 0 8,-5 0 0,4 1 8,4-1-8,-1 0-40,-5 0 16,2 3 24,3-3-16,3 0 40,1 2-48,-1-2 0,1 1 8,9-1-16,-9 0-16,12 0-48,-2-2-8,-3 0 0,5 1 40,2-1-64,0-2-32,0 2-40,0-2-48,2 2 96,0-2 8,0 0 56,4 0 16,-4 2 40,6 0-8,11-1 16,-17-1 0,4 0-8,12 0 48,-9 2-32,15-2 32,-15 0 0,11-2-16,-1 2 80,3 0-64,1-2 0,-2 0-16,-3 0-48,3 0 48,3 0 0,3 0-16,-2-4-16,-3 4 16,3-4 0,2 4 40,-2-4 8,-1 0-56,-3-1 8,-3 1 32,-9 0-32,13 4 48,-14-4-40,17 4-56,-17-4 32,17 0 16,-17 0 16,13 4 0,-13-4 16,15-1 8,-15 5 8,17-4 24,-17 4-8,17-4 16,-17 4 48,14-4 0,-13 4 16,11-4 16,-14 4 32,2-4 32,-1 4-8,-1-4 9,-4 4-49,4-4-32,-4 4-40,0 0-40,0-5-40,0 5-16,0-4 48,-2 4-48,0-4 0,-2 4-16,-3 0-16,1-4 40,0 4-16,-2 0-16,-9-4 16,11 4-64,-10 0 96,9 0-48,-13 0 48,-3 0-40,-4 0-56,-2 0 80,0 0-104,-2 0 96,0 0-8,2 2-8,7 0 8,-1 0 16,0 0-16,1 0 24,-3 0 16,0 0-32,4 0 24,3 3-56,-5-1-16,0-2 48,3 2 24,1 0 8,3 0-32,-1 0-24,1-2-32,7 2-32,1-1 8,0 1-80,0-2-88,1 0-1,5 0-87,2 0 56,0 0 32,0 0 40,0 0 72,17 2-16,-11 0 40,0 0-16,11 1 56,-13-1 48,17 0-8,-5 2 16,-10-2-32,15 0 0,-15 0 32,19 1-16,-2-1 0,-5-2 16,1 0-32,1 0 40,5 0 0,0-2 32,0 0-48,0 0 56,-5 0-48,1 0-24,-3 0 40,1 0-56,0 0 104,1 0-56,-1-4 8,-1 4 16,-11-4-40,19 4 16,-7-4 24,2 4 0,-3-5 0,1 1 32,-1 0-24,3 0 40,-2 0 24,-3 4-24,1-4 32,-11 0 32,17 0 16,-17-1 48,12 5 8,-18-4 48,6 0 0,1 4-16,-1-4-79,0 0-25,-6 0-64,0 4 24,0-4 0,0 4-80,0-4 0,0-1-16,-2 1 8,-4 0 16,0 0 0,-13 0-32,13 4 8,-13-4-8,11 0-8,-13 4-32,-5-5 40,-8 1-64,-3 0 24,-4 4 40,-4 0-64,1 0 72,3 0 40,0 0-40,4 2 48,1 2 16,1 1-72,2-1 40,0 2-8,-2-2-48,4 2 48,-2-2-24,0 3-32,2-1 48,2-2-32,-2 2-16,0-2 24,7 0-8,5 0 0,0 3 0,1-3-32,-1 0 24,11 0-8,-9-2 8,15 2-24,-4-2-24,0 0-40,4 0 31,0 0-7,0 1-32,2-1-16,0 0-48,0 0 24,0 0 24,6 0 24,0 0 32,-2 0 40,13 0 32,-11 0 16,15 0 8,-15 0-32,15 0 0,-5 0 24,5 0-32,-1 0 8,-1 1-8,2-1 16,3 0 16,5 0 0,0 0 0,0 0-32,-2-2 32,2 0-24,4 2 8,-2-2-32,-2 0-8,-2 0 48,-5 0-24,-1 0 88,-3 0-24,1 0-8,0 0-16,1 0-72,-1 0 24,1 0-16,-1 0 48,2 0-8,-1 0 8,3 0-8,0-4-24,-1 4 56,3-4-40,-2 4 40,0-4 0,-3 4-24,1-5 32,-2 5 0,-1-4-24,-1 4 0,-11 0 0,14-4-8,-13 4 56,11 0-8,-14-4 32,3 4-24,-1 0 0,0 0 56,-2 0 0,0 0 0,0-4-16,-4 4-24,0 0-56,0 0 32,0 0-32,0 0-32,-2-4 64,-4 4-72,2 0 24,-2 0-16,-2 0-40,-9 0 40,11 0 24,-11 0 0,11 0-48,-17 0 32,7 0 32,-1 0-32,1 0 72,-5 0-112,-10 2-16,-8 2 56,-4 2-24,1 0 72,-1 1-40,2-1 32,1 0-24,3 0 0,6 0 0,0-2-64,0 3 32,0-1 64,7 0 0,1 0-24,-2 0-8,0-1-24,-1-1 24,7 2 8,0 0 8,-1-2-56,-1 0 8,0 0 16,15 1-16,-10-1 56,10 0-64,-11 0-16,15-2 8,-2 0-72,0 2 24,0-2-40,-1 0 16,3 2 16,2 1 16,0-3-8,5 0-16,-1 0 16,2 0 56,10 2-16,-11 0 0,1 0 16,12 0-40,-12 1 80,23-1-24,-6 0-8,-2-2-8,1 2-24,5 0 48,4 0-40,2 0 32,-2 0-16,-2 1-16,4-1 16,0-2 56,-6 0-80,-4 0 104,-3 0-40,1 0-40,0-2 72,-1 0-104,1 2 72,2-2-16,1 2-16,3-2 16,0 0 0,0 0 8,0 0 24,2 0 8,0 0-24,0 0 8,-3 0 8,5 0-16,-2 0 8,-2 0 24,-2 0-24,0-4 48,-3 0 32,-1 0 16,0 0 80,-15 4-16,17-4 56,-19-1 16,2 1-48,0 0-16,0 0-80,-2 0 24,-4 0-72,0 0-24,0 0 25,-2-1-106,-4 1 49,0 0 25,-2 0-50,-9-2 25,9 0-32,-13-1 8,5 1 32,-3 0 16,-1 2-16,-5-2-8,0 2 49,-2-1-33,-20 1-32,-11 0-41,-10 0 17,-7 0-16,1 4 112,8 0 25,0 0-57,2 0 0,6 0 32,4 0-16,5 2-8,-5 0 0,-2 0-64,1 0 32,1 0 32,2 2-24,-1-2 16,-1 1 16,0-1-16,9 0 32,2 0 40,-1-2-56,-1 0 0,2 0-24,5 0-24,3 0 32,0 0-24,-2 0 40,-2 0 48,6 0-32,0 0-8,2 0-40,-2-4-48,6 4 24,6-5 48,3 5-24,-1-4 16,3 4-32,9-4 8,1 0 48,0 0-80,2 0 0,2 0-48,0 4-32,2-4-56,0 4-24,0-5-73,0 5 33,6 0 88,0 0 16,11 0 64,-13 0-8,14 0 32,-1 0 24,3 0 16,1 0-40,2 0-16,2-4 24,8 4-40,0 0 40,2-4-16,2 4-16,0-4 32,4 0 64,3 0-88,-3 0 8,0 0-24,1-1-64,3 1 104,0 0-32,-3 0 16,-1 0 16,0 0 24,3 0-8,-1-1 0,-4 1-24,-2 0-8,1 4 16,3-4-16,0 4 8,-6-4-16,-6 0 8,2 4 72,2-4-32,-2 4-24,-8 0 16,-7 0-80,3 0 72,0 0 16,-13 0-24,12 0 24,-12 0-24,13 0 16,-13 0 0,11 0 16,-17 0-16,4 0 0,-4 0 24,4 0 0,0 2 40,-4-2 24,0 0 24,0 0 24,0 0-32,-2 0-40,-4 0 16,-2 0 0,-1 0 0,1 0-8,-10-4-24,1 4-24,-2-4 8,1 4 16,-3-5-40,-4 5 24,-6-4 0,-2 4 8,0-4 16,0 4-16,-8-4 24,-4 4-48,1-4 24,3 4 8,-2-4-24,-5 4 24,1-4-8,-3 4 8,5-5 0,-3 5-24,-1 0 32,-3 0-16,3 0-8,-1 0 56,0 0-8,-3 0-48,-3 3 8,2-1 8,3 0-24,-1 0 24,3 0 16,-3-2 16,4 2 8,3-2-8,2 0-24,-3 2-24,3-2 16,6 0 32,2 0-8,4 0-16,-2 0-8,-2 0 0,6 0 24,6 0-8,-2 0-15,3 0-9,-1 0-16,6 0 72,11 0-32,-12-4-32,13 4 8,-1 0-72,4 0-8,2 0-24,0 0-57,0 0 9,0 0 0,0 0 40,6 0 32,11 0-16,-13 0 8,17 0 8,-3 0-16,3 2 32,-1 2-16,7 0-8,0 0 32,8 0 0,2-2 0,3 3-8,1-3-8,6 0-16,1 0 8,1 0 24,1 0-24,0 0 40,3 0-8,5 0-24,-2-2 0,-3 0-16,1 0 56,0 0 0,2 0-8,-3 0-16,-1 0-16,-3 0 32,1 0 8,-1-4-16,-1 4 8,-5-4 0,1 4 8,-3 0 32,0-4 16,-4 4-40,-4 0 0,0 0-8,-4 0-8,2 0 8,-8-4 16,-4 4-16,-3 0 16,3 0 8,1 0-24,-13 0 8,-1 0-32,-2 0 48,2 0 24,-2 0 32,-4 0 40,0 0-16,-4 0 16,-2 0-32,0 0-24,-3 0-24,-13 0 16,16-5-16,-13 5 8,11 0-40,-21 0-16,0-4-8,-2 4 16,0 0 24,-4 0-32,-11 0 24,-7 0 0,-1 0 24,0 2 16,1 0 0,-7 1-8,-2-1 8,2 0 8,0-2 24,0 2 0,-4-2-64,-2 2 48,2 0-48,2-2 64,-2 2-24,-2 0-8,0 0 16,0 0-48,4 0 48,0 0-32,0 0 16,0 2 8,9 1 1,-1-1-1,0 0-40,3 2-16,3 0 16,5-2 16,2 0-16,1-1 24,5-1-24,4 2 8,4-2 24,3 0-48,1 0-8,0 0-8,7 0 0,10 0 40,-1 0-32,1 0-88,2-2 0,2 0-57,2 2 17,0-2 32,4 0 16,2 0-8,1 2 16,13-2 24,-14 2-24,19 0 24,-8-2 32,3 3-16,3-1 8,6-2 0,0 2-64,4 0 48,6-2 32,0 0-24,5 0 8,1 0-16,7 0-16,1 0 16,1-4-8,2-1-16,0 1 24,-1 4 0,1-4 40,0 0-24,-1 4-24,-1-4 0,2 0 24,2 0 40,-3 0-8,1-1-8,-2 1-40,0 0 56,1-2 0,-1 2-16,-5 0-8,-3 0-32,-1-1 56,1 1 24,-1 0-40,-6 0 24,-6 0-8,3 0 8,-1 0 32,-2 0-8,-9-1-24,-1 1 24,0 0 16,-3 4 16,1-4 0,-15 0 0,1 0 24,-1 0 80,12 4 56,-18-4-8,0-1-8,0 1-16,0 0-56,0 0-47,-2 0-73,-4 0-56,-13-2-24,13 1-9,-10-1 41,-1 0-64,-5 0-8,-5 0 40,-2-1-24,-2 3 48,-6 0 0,-11 0-24,-1 0 16,-3 4 24,-2 0 24,-6 0 16,-8 0 24,2 0-8,-2 0-8,2 0 16,-4 0-32,-4 0 48,1 0 8,1 2-8,-2 0 40,-3 0-64,1 0-7,0 0 31,1 0-8,1 0 24,2 0-8,-1 1-40,1-1-16,4 0 24,2 0-24,0 0 24,0 0-40,4 0-16,4 0 8,2 0-56,1 0 40,1 0-24,6 0 40,3 0-8,4 0 0,4 0 16,4-2-48,2 3 40,6-3 0,4 2-16,3 0 16,9 0-32,-11-2 8,16 0 0,-3 2-41,1 0-63,2 0-40,2-2-24,0 0 0,2 0 40,0 0 32,4 0 48,2 0 48,0 0 24,13 0 8,-13 2-16,15-2 16,-3 2 8,3-2 0,4 0 16,4 0-16,4 2-8,2-2 16,2 0-8,6 0 8,1 0-16,1 2 16,3-2-40,1 0 24,3 0-40,-1 0 0,1 0 32,4 0-48,0 0 32,-3 0-16,1 0 0,-3 0 24,1 0-8,2 0-16,-3 0 0,1 0 16,0 0 24,-1 0-8,-1 0-8,-5 0-24,1 0-8,-1 0 32,-4 0-16,-4 0 40,-3 0-40,-4 0 16,3 0 16,1 0-56,-8 0 40,-3 0 16,-4-4 0,-1 4 48,1 0 0,-13-4-24,11 4 64,-13-4 48,2 4 72,0-4 32,-2 4-32,-4-4-24,-2-1-48,0 1-24,-4 0-48,-2 0 8,-11 0-56,3 0 8,7-2 24,-18-1-48,5 1 24,-5-10-16,-2 12 32,-2-1-7,-6-1-1,-7 0-8,-7 0-16,-1 2 24,1 0-16,-5-1 40,-6 1-48,0 4 24,-2-4 80,2 4-80,-2 0 32,0 0-8,-2 0-88,0 0 56,0 0-24,0 0-40,-2 0 24,-2 2-8,1 0-16,1 4 16,0 1-32,2-3 16,0 2-16,2 0 40,2 0-8,0-1 16,6-1-8,5 2-8,3-2 24,5 0-32,-2 2 40,5 0-8,5-1-48,6-1 15,2 0 33,5-2-56,-1 0 16,4 2 16,13 0-56,-2-2 24,2 0-16,-2 0-72,3 1 24,3-1 32,2 0 0,0 0 48,4 0 0,1 0 0,11 0 24,-12 0 16,15 0-16,-3 0 16,3 2 32,2 0-16,3-2 32,3 0-24,4 1 8,4 1 0,7-2-32,1 0 48,2 0-48,3-2 8,-1 0 48,5 0-32,2 0 16,-1 0-8,1 0-24,0 0 32,1 0-16,1 0 0,-2-4 24,-1 4-32,1 0 0,0-4-8,-1-1-32,-3 5-8,0-4 32,-1 0-8,1 4-8,-3-4 0,-1 4-32,-3-4 24,0 4 16,-1-4-8,-3 4 0,-4-4 8,-2 4 0,-2-4 24,2 4 0,-6-5-24,-5 5-8,-3 0 24,0 0-32,-13 0 48,12 0-8,-13 0 8,-5 0 72,4 0 24,-4-4 64,0 4 9,0 0-33,-2 0 0,0-4-24,-5 4-64,1-4-40,-10 0-24,9 0-8,-11 0 48,1 0-56,-1-1 0,-5 5-8,-2-4-16,-2 4 56,-4-4-16,-8 4-16,-2 0-16,0 0 48,-5 0 0,1 0-16,-7 0 56,-4 0-72,3 0 16,-1 2 16,0 0-56,-1 0 16,-1 2-16,0 1 72,3-3-88,-3 2 24,2-2 0,0 0-96,1 0 104,1 2-16,1-2-8,1 0 32,3 2-8,-1 1-16,3-1 40,-1 0-48,5 0 16,2 0-24,-1 0 16,5 0 8,4-2-32,2 0 96,5 0-56,5 1 32,-2 1-16,13-2-48,-10 0-16,11 0 16,1 0 7,2 0-47,-2 0-8,2 0-24,2-2-8,2 2 48,0 0 40,0 0-16,4 0 24,0-2 0,2 2 0,15 1 32,-15-1 0,17 2 0,-5 0 40,3-2-48,4 0 40,4 2 0,2-2-8,6 2 16,2-2-24,6 0 8,1 0-40,-1 1 48,-1-1 24,1 0-40,3-2 8,-3 0-24,0 0-8,-1 0 24,1 0 0,-2 0 56,3 0-48,-3 0-8,3 0 32,-3-4-64,0 4 32,1-5 16,-1 1 0,-4 4 8,3-4-64,-1 0 8,-6 0-8,-2 4-8,0-4 56,-4 0 8,-4 4-24,-3-4-8,1 4 16,-4-5-24,-13 5 32,17 0 40,-19 0-8,2-4 25,10 4 39,-16-4 24,5 4 40,-5-4 8,0 4 16,0 0-40,0-4-64,0 4-8,-2-4-32,-5 4-40,1-4 32,-2-1-16,-11 1-64,11 0 8,-17 0 16,7 0-8,-5 0 8,-2 0 8,-2 0-8,-4 4-8,-2-5 64,-2 1-88,-4 4-16,-2-4 32,-1 4-24,-5 0 48,2 0 24,-3 0-56,3 0 8,-3 0 0,3 0-24,-1 0-16,1 0 16,0 2 8,-1 0-40,3-2 56,-1 2-32,1 0 32,2 1 8,-1-1 8,1 0-16,2 0-32,2 0 8,4 0 8,2 2 24,0-2 0,4 0-16,2 0-32,5 0 56,3 0-8,9 0 16,-13-2-16,15 2-40,0-2 16,0 2-8,3-2-16,1 0-56,-2 3-16,2-1 48,2-2-32,0 0 48,4 0 8,-4 2-17,4 0 81,3 0-40,-1 0 32,0 0 0,0 0-32,13 0 72,-13 0-8,13 0-24,-3 0-8,1 0 25,1 0-1,3 0 24,2-2 24,-1 0-96,3 0 32,0 0 8,2 0-40,2 0 56,-1 0-40,3 0 24,-2 0 40,2 0-40,0-4-16,-2 4 24,0-4 0,2 4 16,-2 0 16,0-4-40,0 4-32,0-4 32,0 4-8,-1-4 16,-1 4-40,-2-4 24,0 4 24,2-4-16,-5-1 8,1 1-8,-2 4-8,-3-4 16,1 0 48,0 4-64,-13-4 32,12 0 8,-14 4 24,13-4 72,-13 0 16,0-1 0,0 5 16,0-4 0,-4 0-24,0 0-40,0 0-32,0 0-32,-2 0 24,-2-1 24,-4-1-40,-9 0-72,11 0-24,-14 0-32,11 0-8,-13-1 24,3 1 40,-2 0 0,-1 0-24,-3 0 40,-2-1-80,-4 1 16,0 2 104,-2 0-56,-2 0 32,0 0-48,0 0-64,0-1 40,0 5 8,0-4 48,-1 0-24,-1 4-8,0-4 16,2 4 8,-2 0-8,2 0-8,0 0-32,0 0-8,0 0 40,1-4-24,4 4 32,-1 0-24,0 0 16,2 0 8,2 0-40,4-4 24,0 4-40,3 0 64,3 0-16,1 0-24,-1 0 16,11 0-24,-2 0 8,0 0 0,1 0-48,3 0-48,2 0-40,2 0-8,0 0 23,0 2 17,6 0 32,1-2 88,-1 2 8,10 0 24,-10 0 0,15 0-16,-4 0-16,1 2 48,3 0-8,6-1-16,2-1 40,2 0 8,2 2 16,4-2 0,2 0-16,4 0-24,1-2 8,1 0-16,0 0 24,3 0-8,2 0 8,-3 0 8,0-4 9,3 4-9,-2-4-16,1 0 8,-1-1-8,-1 1-8,3 4-8,-5-4-8,0 0 40,1 0-24,-1 0 24,-1 0-40,-1 0-24,-2-1 24,-2 1 40,1 0-32,-3 0-48,-6 0 16,0 0-32,-4 0 72,2 4 24,-5-4-16,-5 4-16,-1-5 24,-11 5 16,13-4 40,-16 4 8,13-4-16,-17 4 40,4 0 24,0-4 16,-4 4 8,0-4 16,0 4-32,0-4-16,0 4-56,-4-4-64,-2-1-8,0 5-40,-11-4 80,11 0-40,-11 0-32,1 0 8,-3 0 0,-1 0 32,-3 0-24,-4-1 0,-4 1-24,-4 0 16,0 0 32,-6 4 16,-3 0-56,-1 0-16,0 0 40,-5 0-40,3 0 8,-9 0 16,2 0-64,-2 2 16,5 0 32,-5 0-64,4 2 48,-1-2-40,3 1 64,1-1 32,-3 0-40,2 0 64,1 0-88,1 0 8,3 0 8,0 0-48,-1 0 48,7 0-16,0 0 32,4 0 40,4-2-72,-2 2 24,6 0-8,2 0 32,0-2 24,7 0-40,-1 0-32,13 0-16,-11 0 24,11 0-40,0 0-8,0 0-32,4 0 0,2 0-1,0 0-15,4 0 0,0 0 16,2 0 56,13 2 56,-13 1 16,15-1-24,-5 0-8,3 0 32,1 0 0,3 0 16,2 0-8,2-2-8,2 2 48,4-2-24,2 0 8,2 0 16,2 0-32,2 0-16,1 0 0,1 0-24,0 0 16,1 0 32,1-4 0,-2 0 24,3 0 24,-1-1-32,1 1 24,-3 0-8,0-2-48,19 0-16,4 0 8,-6-1-16,-6 1 32,-7 2 48,-9 0-64,-3 0 8,-6 0 0,-3 0-16,5-1 24,0 1-56,-8 0 72,0 4-40,-7-4 16,1 4 32,1-4-88,-11 4 56,-1-4 16,0 4 33,-2-4-9,0 4 8,0-4 24,-4-1 48,0 5 16,0 0 32,0-4-48,-2 4 32,-2 0-24,-2-4-56,2 0 8,-2 0-48,-13 0-48,13-2 24,-19-1-16,7 1-48,-1 2 24,-6 0 24,-2 0 24,-4 0-24,-6 4-40,-4-4-32,-4 4-24,-7 0 48,2 0 64,1 0-72,-3 0 16,3 0 0,-5 0-48,2 0 80,1 0-56,-1 0 0,3 0 56,1 0-24,1 0 32,-1 0-32,1 0 48,-3 0-56,5 0 24,1 0-8,1 0-80,4 0 48,2 0 0,-1 0 24,5 2 0,2-2-8,0 2-24,5-2 40,-1 2 16,4 0-24,7 0 8,-1-2-17,11 0 33,2 2 41,-2-2-9,3 2-32,3-2-65,0 2-7,0 0-8,5-2-8,-1 0 24,2 2 24,10 0 40,-11 0 8,15 0-8,-1 0 32,1 3-16,7-3 0,2 0 40,0 2 0,6-2-16,2 2 8,3-2 8,7 0-8,1 0-16,3 0 24,1 0-24,1-2 33,3 0-33,0 0-32,-2 0 16,1-4-16,-1 0 56,0 0 72,1 0-64,-1 0-32,0 0 48,-1-1-40,-1 1 16,0-2 64,1 0-32,-3 0-40,2 0 32,-3-1-104,-1 1-16,-5 0 32,0 0 56,-6 2-8,3 0-24,-1-1-8,-4 1-48,0-2 48,-4 0 48,-4 2-16,-4 0 8,-5 0-8,-1-3-8,-1 1 56,-10 0-8,1 0 8,-1 2 88,-6-3 40,0 3 16,4-2-24,0 2-72,-4 0-16,0 0 0,-2 0 8,-4-1-80,0 1-56,-3-2 48,-7 0-16,10 0-56,-17 0 0,2 1-88,-6 1 40,-1 0 96,-1 0-56,-6 4 0,-1-4-32,-3 4 32,-8 0 56,-1 0-16,-1 0-24,-9 0-48,-2 2-16,0 2 24,0 0 8,2 0 0,1 3 64,-1-1-32,2 0 24,-2 0-24,3 0-64,-1 1 16,-2-3 88,2 0-8,1 0-32,-1 2 16,0 0-80,4-2 40,3 3 32,3-3-24,1 0-16,0 0 8,7 2 8,1 0-8,4-1 16,4-3 32,-2 0-48,5 0 72,3 0-8,2 0-56,1 0 40,3 0-32,11 0 0,0 0 72,-1-2-16,3 0-16,2 0 16,2 0-64,0 0 8,0 0 0,0 0-24,0 0 24,4 0 16,3 0 16,-1 0 16,10 0 24,-9 0 8,13 0-8,1 0 16,2 0-32,-1 0 16,7 0 24,-2 0-8,2 0 8,4-4 0,0 0-40,2 4 32,4-4 16,3 4-8,1-4-8,2-1-16,1 5 8,1-4 48,1-2-48,-1 2-48,1 0 56,-3 0-88,1-2 88,3-1 96,-1 1-144,-3 2 64,0 0-48,-3 0-80,1-2 72,0-1-40,-3 3 40,1 0-8,-4 0 104,-4 0-40,-2 0-8,-4 0 24,2-1-48,0 5-24,-7-4 8,-5 0-48,-11 0 8,13 0 104,-19 4-48,6-4-16,10 4 0,-16-4-48,7 4 88,-1-4 32,0 4-40,-2-5 48,-4 5-24,-2-4 48,0 0 0,-2 0-48,2 4-40,-4-4 0,-1 0 16,-9 0-24,10-3 8,-17 3-48,6-2 8,1 2 16,-3 0-48,-1 0 0,-5 0-96,-2 0 24,0-1 104,-2 5-64,-4-4 56,-2 4-40,-6 0-64,0-4 80,-3 4 24,-1 0-8,2 0 0,-3 0-16,3 0-8,-1 0-24,-1 0 24,-5 0-32,1 2 48,-1 0 24,1 2-40,-1 1 24,3-1-32,1 0-8,1-2 40,2 0-16,1 2 0,5-2 8,2 0-8,8 0 32,0 0 0,1 0 0,5 0 24,-2 0-56,5 1 8,9-1 56,-9 0-72,12 0 48,-1 0-8,1 0-64,0 0 24,4 0-24,0-2 56,2 2-48,0 0 8,0-2-16,0 0-32,4 2 72,0 0 8,2 0 40,0 0-32,13 0-24,-13 1 80,17-1-8,-7 0 8,5 0 32,0-2-72,4 2 24,1 0 16,1-2-24,4 0 16,2 0 40,2 0-40,5 0 48,1 0-8,0 0-48,5 0 24,-1 0-32,0 0 24,3 0-24,-1 0 8,-1-4 0,-1 4 24,-1-4-16,1 4-8,0-5 0,-1 5-16,-1 0 48,0-4-16,1 4-8,-1-4 8,1 4-48,-5-4 24,0 4 64,-2-4-56,-2 4 8,0-4 64,-4 4-120,-4-4 48,2 4-40,-2-4-40,-4 4 64,-5 0 40,-1 0-40,-1-5-40,1 5-48,-11 0-16,12 0 64,-11 0 8,-1 0 40,0 0-8,-2 0-8,-4 0 48,0 0-16,0 0-64,-2 0 72,0 0 0,0-4 8,0 4 48,-2-4-64,-2 0 96,-1 4-48,-1-4-16,-8 0-72,7 0-112,-9 0 56,1-1 16,1 5 112,-3 0-72,-6 0 0,1-4 0,-5 4-32,-2 0 72,0 0-32,-2 0-72,-6 0-16,3 0 32,-1 0-32,-2 0 72,6 0 16,-6 0-32,0 0 40,1 0-8,-1 0-48,0 0 24,0 0 40,0 0-24,1 2 8,3 0-40,0 0-48,0 1 80,2-1-40,0 2 64,6-2-16,-2 0-32,0 0 48,3 0-8,5-2-40,0 0 16,13 0-16,-9 0 0,11 0 56,4 0-64,0 0 0,2 0-8,0 0-40,0 2 32,0-2-8,4 2-32,0 0 24,3 0 8,9 2 48,-10 0 8,17 1-8,-2-3 40,-1 2-32,9 0 72,2-2-40,6 2 8,5-2 0,3 0-32,7 2 56,-1-2-48,5 1 16,2-1 0,4 0 0,0 0 8,0 0-64,0 0 80,-1-2 0,1 0 0,2 0 32,0 0-152,0 0 0,-2-4-8,2 4 0,2-4 48,0-1-40,3 1 32,-1 0 0,0 0 8,0-2 56,0 0-96,-4-1 16,2 1 16,2 0-24,0 0 48,-2 0 56,-22 0 48,-7-1-64,-4 3 16,0 0-48,0 0-56,2 0 48,4 0 72,5 0-16,-1-1-56,-2 1 8,1 0-16,-3 0 16,0 0 32,-2 4-32,-6-4-8,-6 0-16,4 4 64,-2-4 8,-4-1-32,-7 5 8,-10-4-40,13 4 32,-13-4 0,13 4-16,-19 0 8,4 0-48,0 0 56,0 0-8,-4 0-16,0-4 72,-2 4-88,0 0-8,0 0-88,-4 0 32,-11 0 40,11 0 48,-11 0-8,9 0-40,-17 0 48,3 0-24,-3 0 48,-2 0-24,-6-4-32,-4 4 24,-2 0 48,-3-4 24,1 4-8,-6-4 8,-5 4-56,-22-7 0,-7 1 88,1 2-80,7 0-32,7 0 64,2 0-72,4 4 88,3-4 0,-3 4-24,2-5 16,0 5 8,2-4 32,7 4-24,-3 0-24,1 0-16,-3 0 32,4 0 32,5 0-32,2 0 8,-3 0 0,5 0-64,4 0 32,2 0-56,2 0-24,2 0 64,4 0 16,2 0 48,4 0-56,13 0 0,0 0-8,2 0-32,2 0 8,4 0-80,0 0 16,6 0 0,0 2-24,15 0 48,-5 1 32,1-1 8,5 0 16,1 2 8,4 0-40,6-2 24,6 0 40,6 0-16,11 0-40,6 0-16,2-2-64,8 0 40,3 0 8,1 0 16,1 0-24,-1-4-24,-2 4 16,5-4-8,-1 0 24,-16 0 8,-8 0 40,-1-1-8,3 1-16,2 4 0,2-4 0,2 0 96,6 0-48,6 0 8,1 0-16,-3 0-80,0 4 88,-2-5 24,3 5-40,-1-4 0,-6 4 0,-6-4 32,2 4-8,-5-4-16,-3 4-16,-4 0 24,-15 0 0,-6 0 64,-7-4-24,-1 4-80,-2 0 128,-3 0-112,3 0 40,1 0-16,-13 0-80,13 0 88,-14 0-32,15 0 48,-15 0-40,13 0 8,-15 0 32,12 0 16,-11 0-32,-1-4-40,-4 4-48,0 0-24,0 0 32,-4 0-40,-17-4 8,-4 4-72,-10 0 64,-6 0 8,-9 0-24,-10 0 24,-8 2-8,-4 0 24,2 2 32,-2 0-9,1 0-55,-3 0 16,-4 0 32,1 3 40,3-1 24,0 0-16,-3 0 8,-1 0 0,-32 3 40,-5 9-24,3-12 48,9 3-72,12 7 24,11-12 49,5 3-9,5 1 16,4 0-40,-2 0 8,4 1-56,2-1 56,6-2-16,3 2 24,3-2 0,3 1 16,3-1-16,9 0-32,2-2 80,6-2-72,7 2 32,3-2 0,11 0-104,0 1 48,-1-1-24,7 0 120,0 0-160,0 0-8,5 0-24,-1-2-96,2 2 160,0 0-32,11 0 32,-11 0-16,17 0 48,-3 0 0,5 0 8,4 0-48,2 0 40,6 1 24,6-3 0,5 0 16,8 0-88,1 0 48,5-5-16,2 1 8,0 0-8,-2-2-40,-2 0 40,2 0-8,4-1 32,2 1-24,-2-10-64,-16 16 72,-7-7 16,-2 1-8,3 2 32,-1 0-56,7 0-8,1-2 24,5-1 8,2 1 24,-2 0-32,-1 0 0,1 0 8,2 0-40,-9 1 16,-3 1 8,1 0 32,1 0-32,-3 0 32,-6 0-16,-3 4-48,-5-4 80,-3 4 32,5 0-24,-8 0-8,-6 0-32,-13 0 8,21 0-16,-21 0 24,11 0-56,-17 0-24,0 0 40,0 0 0,4 0 16,-4 0 24,0 0 40,-2 0-32,0 0-8,-5 0-56,-11 0-88,10 0 64,-15 0 24,2 2 0,-6 0 8,-8 0-8,-2 2 16,0 0 0,-8 0 0,-7 2 16,-4 1-16,2-1 16,1 0 16,-1 0 0,-2 0-24,-1 1 48,1-1 24,0 0-40,-2 0 88,-28 0-104,-5 1 0,4-1 16,11 0-64,12 0 32,8 0 24,0 0 32,5 1-16,5-1 32,5-2-48,2-2 0,4 2 40,4-2 88,6 0-96,4 0 8,5 0-40,7 1-72,1-1 120,4-2-64,4 0 16,0 0-40,0 0-32,4 0 8,0 0-24,0 0 56,3 0-16,-1 0 16,12 0 8,-1 0-80,1 0 56,7 0 24,6 0 88,8 0-64,3 0-40,1 0-8,2 0-80,9 0 120,8-5 104,2-1-96,-16 2-16,-5 0 8,-2 0-64,3 0 40,-3 0 32,4-1-88,3 1 24,5 0 32,5 0 0,2 0 32,-2 0 0,0 0 32,0 0-24,-1-1 16,-1-1-48,-2 0 16,-3 2 0,3 0 48,0 0-48,-7 0-8,-3-1 16,-3 1-16,0 4 80,-2-4-32,-6 0-32,-4 4-24,-4-4-8,0 4 8,-5 0 24,-13 0-24,11-4 24,-14 4 16,13 0 24,-13 0-64,0 0 16,-6 0 16,-4 0-80,-2 0 32,-11-4-16,11 4 64,-13 0 0,5 0-56,-7 0-16,-6 0-16,-4 2 16,0 0 0,-6 4 32,-9 0-24,-7 0-8,-3 1 48,4-1-32,-4 0 24,-2 2 8,-2 9 8,0-13 40,1 2-16,-1 2-32,-2 9 16,-2-11 16,2 2 16,-27 13 8,-10-13-56,8 13-16,8-13 32,13 11 32,10-13 24,4 10-16,4-9-24,3-1 16,5 2 24,7-2-40,4 0 16,-2 1-32,8-1 16,4 0 24,9-2-24,9 0-48,-1-2 32,4 2-40,2-2-72,2 1 0,6-1-48,0-2 32,11 2 112,-13 0-40,2 0 32,15 0 0,-15 0-32,23 0 80,-4 0-56,2 0-8,1 0 0,3-2 8,9 0 48,5 0 0,11 0-40,2 0-16,-1-4-8,1 0 0,-10 0 24,-5 0-8,-4 0 32,3-1 32,-1 1 8,4 0-40,1 0-24,1 0-8,3-2 0,1 0 40,5-1-32,-2 3-48,-3-2 16,1 0 40,0 2 56,-1-3 8,-5 3-16,-5-2-32,0 2-24,3 0 8,-7 0-24,-4 0 24,-6 0 64,-1 4-16,1-5 24,-2 5-40,-4-4-48,-15 4 40,10-4 48,-11 4-32,11 0 32,-16 0-16,0-4-24,-2 4 72,0-4-32,0 4-32,-2-4-56,-5 4-32,-9-4 0,12 4 16,-11 0 8,1-5 0,-7 5-16,-2 0 24,-4 0 0,-4 0-16,-8 0-72,-4 0 40,-7 3 72,-2 1-48,1 2 96,-9 0-32,0 0-32,0 0 72,0 1 24,0 1-32,-2-2-56,-6 2 0,-27 9 8,-7-11 16,5 2 0,13 9 16,5-11 16,11 11 32,6-11 16,6 2-56,-4 9-32,6-13 48,3 2-16,3 2 24,-1 0 24,3 1 8,-1-3-48,7 0-16,7 0-48,4 0-72,6-1 88,3-1 64,3 0 8,13 0-56,0-2-56,4 0-40,0 0 8,2 0 48,4 0-48,2-2-48,0 2 24,15 0 8,-17 0 80,12 0 40,-9 1-40,13-1 8,-1 0-40,4 0 8,3 0-8,5 0-40,11 0 48,5 0-48,11 0 40,6 0-32,0-2-32,2 0 32,6 0-8,3-4 16,-1 0-8,0 0 16,-1 0 24,5-1 32,0-1-16,-1 2-32,-3-2-32,0 0 0,1 0 16,1-1 8,-4 1 24,-1 0 16,-1 0 32,0 0 0,-4 1 8,-6-1-24,-2 2-8,-5 0 8,3 0 32,-2 0-32,-7-2-32,-5 1 40,-3 1-16,2 4 16,-4-4 88,-4 4-24,-10 0 32,-6-4 8,-13 4-72,2 0-16,0 0 0,0-4 48,0 4 56,11 0-24,-17 0 16,4-4-64,0 4 16,-4-4 8,4 4-56,-4-4-8,0 4-136,-4 0 48,-4 0-8,-15 0 8,1 0 40,-7 0-64,-9 0 88,1 0-32,-6 0 8,-2 2 24,-11 4-64,0 0 56,-4 2 32,2 1-48,-6-1 8,0 8 16,0-12-40,0 5-8,2-1 0,-2 0-72,-2 0 168,0 9-8,4-13 48,0 2 32,-2 3-176,-2 7 64,2-12 16,2 2 16,7 3 40,-3-1 16,0-2-80,6 2 32,5-1 16,2-1-56,-1 0 32,5 0-24,4 0 0,4 1 40,4-1 0,2-2-72,4 0 8,7-2 24,7 2-32,1-2 16,2 0-48,2-2-16,2 0-16,2 0 8,0 0-16,4 2 8,2-2 48,0 2 104,17 0-48,-17 1-40,21-1-24,-6 0-40,4-2 48,5 2 40,6-2-16,3 2-48,0-2 32,9 0-32,3 0 40,7 0 24,-2 0-40,-1-4 32,5 0-64,2-3-40,-2 1 32,0 0 16,-2 0 80,2 2 24,-1 0-64,1-1 0,-6-1-48,2 2 40,-3-2 40,3 2 8,-6 0-16,-3-3 0,-1 3 40,-1 0-64,3 0 64,-9 0-48,-6 0-8,-2 0 48,0 0-48,-2-1 8,-5 1 24,-5 0-16,-13 0 104,19 0 8,-19 4-32,11-4 40,-17 4 16,0-4-24,4 4 40,-4-5-40,0 5-40,-2-4 48,-2 0-40,-3 0 40,1 0-96,-10 0-48,-1 0 8,1 0-72,-3 4 72,-4-5-24,-6 5-24,-6-4 72,-4 4-40,2 0-16,-8 0-24,-3 0-104,-6 2 16,3 3 40,1 1-48,-1 0 40,-1 0-64,0-2-16,5 2 24,2 1-56,-1-1-24,1 0-8,1 0-24,7 2-1,2 1-15,-2-1-48,0 0-32,6 0 8,6 1 48,2-1 32,1 0 40,-3 9 56,6-11 56,11 10 16,-9-9 48,11 9-48,-12-10-16,16 15-8,0-15-64,0 15-696,2-21 912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08:39.758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91 46 1752,'0'0'0,"-18"0"280,11-4-360,-11-3 96,10 1-72,-11-10-80,15 16 8,-2-4 24,1-1 8,3 5 40,0-4 8,0 4-16,2 0-16,0 0-16,0 0-8,0 0-8,0 0 8,4 0 0,1 0-32,-1 0-400,-4 0 536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08:41.576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5850 1746 424,'0'0'0,"-1852"0"64,615 0-72,0-1633-40,6 1633-376,1231 0 424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17:51.057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3203 295 488,'0'0'0,"-583"0"128,193 0-88,-193-71-40,-1 0-8,0 0 0,390 71 0,0-71 0,194 71-8,0 0 0,0 0 0,0 0 0,0 0 0,0 0-16,0 0-8,0 0 8,388 0-16,2 0-8,194 0-32,-1 0-152,-583 0 240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25:55.311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69 1 6761,'0'0'0,"-6"6"360,-1-2-744,1 0 936,0 0-440,4 0-144,-2 0 16,0-2 0,2 3-48,-2-1 32,-1 0 32,3 0-8,-2 0-64,0 2 0,0-2-64,0-37-96,2 37-120,2-2-136,-2 0-48,2 0 0,0 1 15,0-1-15,0 0 0,6 0-8,0 0 24,0 2 32,13 0 24,-13 2 88,23-2 32,-2 1-128,-27-5 472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4:07.731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1559 106 744,'0'0'0,"-4"0"160,2 0-88,2 0-8,0 0-8,0-4-8,0 4-16,0-4 16,0 4-24,0 0 8,0 0 0,0 0-24,0 0 16,0 0 8,0-4-32,0 4 16,0 0 0,0 0-8,0 0 16,0 0-8,4-5-8,-4 5-16,4 0 32,0 0-16,0 0 0,-4 0 0,4 0 8,0 0 8,1 0-16,-1 0 8,0 0 0,0 0-32,-4 0 8,4 0 0,2 2 16,0 1-16,1-1 0,9 0 0,-16 0-8,6 0 24,1 0 0,-1 2 0,0 0 8,-2 0-16,2-2 0,0 2-8,1-1 0,-1-1-8,0 0 8,-2 0 0,0 2 0,3-2-8,-3 0 8,0 2 16,0-2 16,0 0-16,0 0 0,0-2 0,0 2-8,1 0 40,-1 0-32,0-2-8,-4 0 8,0 3 16,4-3-8,-4 0 8,0 0-16,4 0 16,-4 0 0,0 0 8,0 0-24,0 0 16,0 0 16,0 0-24,0 0 40,0 0-40,0 0 0,0 0 16,0 0-8,0 0-16,0 0 0,0 0 16,0 0-40,0 0 56,0 0-24,0-5 16,0 5 24,-2 0-48,0-4 8,0 4-16,0 0-8,0-4-8,0 4 8,0 0 16,0 0-24,-1 0 24,1 0 0,0 0-16,2 0 0,-2-4 16,0 4 0,0 0 8,0 0-8,0 0 16,2 0-8,0 0-24,0 0 40,0 0-16,0 0-8,-2 0 16,2-4-32,0 4 0,0 0 24,0 0-32,0 0 8,0 0 0,4 0 48,0 0-16,0 0-8,0 0 0,3 0-56,-1 0 64,0 0-16,0 0 16,0 0-24,1 0 0,9 0 16,-12 0 8,13 0 0,-11 0-8,11 0 8,-13 0-16,12 0 24,-10 0-32,13 0 0,-13 0 8,13 0 0,-13 0 16,17-4 8,-7 4-24,1-4 16,1 4-16,-1 0-16,-1 0 24,1 0-16,-11 0 16,21 0 32,-7-4-48,-1 4-8,4 0 48,-3 0-24,1 0 24,2 0 8,-3 0-56,1 0 8,2 0-8,-1 0 24,1 0-32,2 0 8,-2 0 8,-1 0 24,1 0-24,0 0-8,2 0-8,-3 0-24,-1 0 48,0 0-8,-3 2-24,1 2-24,1-2 24,-1 0 8,4 0-8,-1 0 24,1 0-16,-2 0-8,-1 0 32,1 0 24,0-2-56,1 0 8,-3 2 0,2 0 16,-1-2-16,3 2 8,-2-2-8,-1 0-16,1 0 32,-3 0-16,1 0 0,-2 0-8,1 0 24,1 0 16,-1 0-32,1 0 32,-3 0-24,-9 0 0,17 0 24,-5 0 24,-13 0-48,19 0 0,-19 0 8,19 0-32,-7 0 32,-11 0 0,15-4 16,-15 4 0,19 0 8,-7-4-8,0 4-48,-3 0 16,-10-4 24,21 4-16,-8-4 16,-3 4-24,-10-4 8,17 4 8,-6-4 0,-1 4-8,-10 0 0,15 0 8,-15 0 16,15-4 16,-15 4-8,15-5-16,-15 5 8,12 0 0,-11 0 16,13 0-32,-14 0 0,11 0 32,-13-4-16,13 4 16,-13 0-32,2 0-32,0 0 24,15 0 24,-15 0 16,10-4-24,-11 4-16,1 0 8,12 0-8,-11 0 8,13 0-16,-16-4 0,13 4 32,-13 0 32,12 0-40,-11 0-24,1 0 8,10 0 24,-12 0-8,13 0 16,-13 0-32,2 0-72,11 0 88,-13 0 8,2 0 0,11 0 8,-11 0-16,0 0 8,13 0 0,-15 0-16,0 0-8,2 0 32,13 0-16,-15-4 8,2 4-8,10 0-8,-11 0 16,1 0-24,12 0-8,-13 0-16,-1 0 32,2 0 16,12 0 0,-13 0-8,1 0 8,0 0-8,10 0 40,-9 0-16,9 0-48,-12 0 0,2 0-24,11 0 80,-13 0-32,13 0 0,-13 0-8,2 0 16,13 0 8,-15 0-8,12 0-8,-12 0-32,3 0 32,11 0 16,-14 0-16,13 0 0,-13 0-8,2 0 0,0 0 24,13 0-56,-15 0 24,2 0 16,0 0 0,13 0 40,-15 0-56,2 0 0,11 0 8,-13 0 8,2 0 16,13 0-8,-15 0-32,2 0 48,11 0-16,-13 0 0,12 0-8,-12 0-8,2 0 8,13 0 8,-15 0-8,13 2-32,-13-2 8,0 0 16,2 0 24,13 2 32,-15-2-64,2 0 0,11 2 8,-17-2-16,16 2 48,-12-2-32,2 0 0,1 0-48,9 2 48,-12-2-8,2 0 16,1 2 24,-1-2-32,10 0 16,-12 0-40,13 0 8,-17 0 8,6 0 0,11 0 16,-13 0 0,12 0-24,-12 0 24,1 0 0,1 0 8,12 0 8,-13 0-40,-1 0 0,2 0 8,0 0 8,11 2 48,-13-2-24,0 0-8,0 0 0,2 0 16,0 0-24,11 0-8,-17 0 32,4 0-40,0 0 8,0 0 104,0 0-112,0 0-8,3 0 40,-3 0-24,0 0-8,2 0 16,0 0 0,1 0-32,-3 0 56,0 0-32,0 0 0,0 0-16,0 0 32,0 0-16,0 0 8,-4 0-24,5 0 24,-1 0 0,0 0-24,0 0 64,0 0-56,0 0 16,0 0 8,0 0-56,-4 0 8,5 0 32,-1 0 16,0 0-24,0 0 32,0 0-32,0 0-16,0 0 96,0 0-72,1 0 16,-5 0-32,4 0-32,-4 0 56,4 0 8,-4 0 0,4 0-32,-4 0-16,4 0 48,0 0-8,0 0-24,1 0 8,-5 0-8,4 0 24,0 0 16,0 0 8,-4 0-64,4 0 56,0 0-24,0 0-8,-4 0 40,4 0-40,-4 0 16,5 0 24,-5 0-8,4 0-16,-4 0-32,0 0 32,4 0 8,-4 0 16,4 0 8,-4 0-56,4 0 8,-4 0 56,4 0-32,-4 0-32,4 0-24,-4 0 48,4 0 24,-4 0-40,5 0 0,-5 0 0,4 0 16,-4 0-24,0 0 24,0 0 0,0 0-24,0 0 56,4 0-24,0 0 0,-4 0 8,4 0-112,-4 0 72,0 0-8,4 0 48,0 0-8,0 0-40,-4 2 16,5 0 0,-5 1 16,4-3 56,-4 2-56,4-2-24,-4 2 40,4-2-72,-4 2 40,0 0 24,4-2-32,-4 2 32,4-2-32,0 2-48,-4 0 56,5 0 24,-1 0 16,0-2-16,-4 2-48,4 0-8,-4-2 16,4 2 56,-4 0-8,4-2-48,-4 2 32,0 0-24,4 1 24,-4-1-8,0-2 8,0 2-32,4 0 24,-4 0 8,0-2-40,0 2 16,0 0 64,5 0-40,-5-2 0,4 2 0,-4 0-96,4 0 80,0 0 24,-4 0-24,0 0-8,4 0-8,-4 1 24,0-1 64,0 0-64,0 0 24,0 0-24,4 0-40,-4 0 40,4 0-24,-4 0 24,0 0-24,0 2 32,0-2 8,4 0-64,-4 2 32,5-1 16,-5 1 0,4 0 16,-4-2-16,4 2-24,-4 0 16,4-2 8,0 2 24,-4-2-24,0 3 0,4-3 0,-4 2 0,4-2 16,-4 2-24,0-2-8,0 0 24,4 0 16,-4 2 8,0-2 8,0 0-32,5 0 24,-5 0-24,4 1-8,-4-1 0,0 0-8,0 0 56,4 0-40,-4 0 0,4 0-24,-4-2-24,4 2 64,-4 0 0,0 0 8,0 0-24,0 0-40,0 0 8,4-2-32,-4 2 72,0 0-32,0 1 16,0-1 40,0 0-96,4 0 64,-4 0-48,0 0 32,0 0 24,0 0-32,0 0 16,5 0-24,-5 0 16,4 0 32,-4 0 0,0 0-24,0 0 16,0 0-16,0 1 32,4-1 40,-4 0-80,0 0-32,0 0 24,0 0-16,0 0 24,0 0 48,0 0-56,0 0-8,0 0 40,0 0-56,0 2 32,0-2-16,0 1 8,0 1 16,0-2 0,0 2-24,0-2 0,0 2 48,0 0 64,0-2-80,0 2 40,0 0-40,0 1-64,0-3 96,0 2-56,0 0 32,0-2 16,0 2-32,0 0 56,0-2-72,4 2-32,-4-1 40,0-1 8,4 0 24,-4 0-8,4 0 0,-4 0-32,4 0 16,-4 0 24,0 0 16,0 0-40,4-2 16,-4 2 24,0-2-24,5 0 0,-5 0 8,0 0-32,0 0 24,0 0 16,0 0-40,0 0 16,0 0 16,0 0 32,0 0-40,0 0 0,0 0-48,0 0 40,0 0 48,0 0-80,0 0-40,0 0 72,0 0 8,0 0-40,0 0 8,0 0 16,0 0 24,0 0-48,0 0 40,0 0-32,0-4-24,0 4 24,0 0-8,0-4 40,0 4 8,0-4-8,0 0-32,0 0 0,0 4 40,0-5 8,0 1-8,0 0-16,0-2-16,0 2 8,0-2 16,0-1-8,0 1-8,0 0 0,0 0 24,-3 0 16,1-1 48,0 1-40,0-10-40,2 12 16,0-3-88,0 1 24,-2-10 0,0 10 72,2-11 8,-2 13 0,2-2-24,-2-1 88,2-9-56,0 12-56,-2 0 0,2-2-88,0-11 80,0 11 8,0 0-24,0-11 24,-2 17 40,2-6-16,0 0 8,0 0-48,0-1 24,0 1 16,0 0 0,0 0 0,0 0-72,0-1 56,0 1 0,0 2 8,0-2-16,0 2 8,0 0 8,0-1-8,0 1 24,4 0-40,-4 0 0,0 0 16,0 4 40,4-4-64,-4 0 8,0 4 0,0-4 0,0 4 48,4-5-56,-4 5-8,0 0-24,0-4 8,4 4 72,-4 0-32,0 0-8,0 0 8,0 0 32,5 0-56,-5 0-16,0 0 0,0 0-80,4 0 136,-4 0-32,0 0-16,0 0-24,0 0 24,0 0 32,4 0 40,-4 2-72,0 0-24,0 3 16,4-1-24,-4 0 40,0 2 24,0 0 8,0 0 0,4 1 8,-4-1-16,0 0-16,0 2 0,0 0 16,0 1-16,0-1-8,0 0 8,0 1 8,0 7 24,0-12 16,0 2-40,0 3 8,0-1-8,0 0-16,0 0 40,0 1 8,0-1-40,4 0-8,-4 0 0,0-1 0,4 1 24,-4-2 16,4 0-8,-4 3 16,5-3 0,-5 0-32,0 0 0,0 0 8,0 0 24,0 1 0,0-1-16,0-2-24,0 0 0,0 0 8,0 0 40,0-2-24,0 3-8,0-3 40,0 0-56,0 0 40,0 0-24,-2 0-16,2 0 40,0 0 0,0 0 0,0 0-8,0-2 32,0 0-24,0 0 16,0 0 0,0 0-56,-3 0 32,1 0 0,2 0 32,-2 0-16,0 0-32,0 0 16,0 0-8,2-4 56,0 4-72,-2-4 16,2 4 16,0-4-32,0 0 16,0 0 24,0-1 0,0 1-8,0 0 40,0 0-56,0 0 8,-2 0 16,2 0-8,0-1-16,0-1 24,0 0-56,0 2 32,0-2 40,0 0-8,0-1-16,0 1-24,0 0 0,0 2-16,0-2 16,0-1 0,0 1 16,0 2 8,4 0 8,0 0 0,-4 0-48,0 0 32,4 0-16,-4-1 8,5 1 8,-5 0-24,0 0 0,4 0 0,-4 4 24,0-4-32,4 4 8,-4-4 0,0 4 8,4-5 8,0 5-48,-4 0 8,0 0 16,4 0 8,-4 0 24,4 0-8,-4 0-16,4 0 8,-4 0-16,5 0-24,-5 0 0,0 0 0,0 0 24,0 3 24,0-1-24,4 0 0,-4 0 8,0 2 40,0 0-16,0 0-24,0 0 8,4 0-40,-4 3 24,0-1 8,0 0 0,0 0-16,0 0 32,0 1 8,0 1-24,0-2 0,0 2 8,0 1 8,0-1-8,0 0 48,0 0-64,0 9 0,0-13 16,0 2-16,0 2 40,-2 1 8,2-1 0,0-2 8,-2 0 0,2 0-48,0 1 32,-2-1-32,2 0 0,0 0 64,0 0-56,0 1 40,0-3-32,0 0 0,0 0 16,-2 0-16,2-2 8,-3 0 56,1 0-32,2 0-16,0 0 40,0 1-80,-2-1 40,2-2 40,0 0-24,0 0-16,0 0 0,-2 0-24,2 0 40,0 0-8,0 0-16,-2 0 8,2 0 0,0-5 8,0 5-48,0-4 40,0 0-80,0 0 56,0 0 40,0 0-48,-2-2 40,2-1-40,0 1 48,0 0-8,0 0-8,0 0-24,0-1-8,0 1 16,0 0 72,0-10-40,0 11-32,0-1 0,0 0-32,4-10 64,-4 11-24,0 1 24,0-2-56,0-10 8,4 9-24,-4 1 80,0 0-32,0 0-8,0 0-8,0-1-48,0 1 0,0 0 48,0 2 8,5 0-8,-5 0-24,4 4 0,-4-4 0,4 4 8,-4-5 56,0 5-72,0-4 24,4 4-16,0 0-24,-4 0 32,4 0-24,-4 0 16,4 0 8,0 0 24,1 0 0,-5 0-32,4 0 24,0 0 8,-4 2 8,4 0 0,0 0-40,-4 1 8,4-1 24,0 0 0,0 0 8,1 0-32,-5 0-16,4 2 24,0 0 16,-4-2 16,4 2-24,-4 0-8,4 1-16,-4-1-16,4 0 32,-4 0 0,0 2 8,0 0 16,4 1-8,-4-1-16,0 0 8,0 0 24,0 0-16,0 0-8,0 3-8,0-1-40,0 0 64,0 1 32,0-1 24,0 0-24,0 0-40,0 1-16,0-1-8,0 0 32,-2-2-16,0 3 8,0-1-24,2-2 16,0 0-24,-2 0 0,0 1 16,2-1 8,0 0 24,0 0-16,0 0 8,0 1-8,-2-3 24,2-2-8,0 2 8,0-2-8,0 0-16,0 0 32,0 0-8,0 0 64,0 0-64,0-2-8,0 0 8,0 0-40,0 0 24,0 0 48,0 0-40,0 0 16,0 0 16,0 0 8,0 0-40,0 0 40,0-4-24,0 4-16,0-4-8,0 0-16,0 4 32,0-4-56,4 0 48,-4-1-24,0 1-32,0 4 72,4-4-8,-4 0-16,0 0-24,0 0 0,4 4-8,-4-4 16,0 0 0,0-1 8,5 1-40,-5 0 24,0 4 8,0-4-48,0 4 104,0-4-16,0 4-24,0-4 0,0 4-88,0 0 32,0 0-16,0 0 24,4 0-8,-4 0 32,0 0 8,0 0 80,0 0-128,0 0 24,0 0 24,0 0-32,0 0 56,0 0-24,0 0 24,0 0 0,0 2 8,0 0-16,4 2-40,-4 0 0,4 0 40,-4 0-48,4 1 8,-4-1-8,4 0-32,-4 0 80,4 2-8,0 0 32,1-2-40,-5 3 24,4-3 8,0 2-24,-4-2 64,4 0-88,-4 2 0,4-1 32,0-1-48,0 0 48,-4 0 0,4 0 32,-4 0-40,5 0 24,-1 0-16,-4-1-56,4 1 56,-4-2 16,4 0-16,-4 0 0,4 0-8,-4 0-8,4 0 24,-4 0 24,0 0-48,0-2 0,4 0 0,-4 2 0,0-2 16,0 0-16,0 0 24,0 0 0,0 0-24,0 0-8,0 0 0,0 0 8,0 0-8,0 0 8,4 0 24,-4 0 8,0 0-8,0 0-24,0 0 0,0 0-8,0 0 24,0 0 16,0 0-40,0 0 8,5 0 8,-5 0-8,0 0 32,0 0-40,0 0 32,0 0 8,4 0-56,-4 0 24,4 0 16,-4 0-24,4 0 40,0 0-24,0 2-24,0-2 40,-4 0 40,5 0-8,-1 0-48,0 0-16,2 0-16,-2 0 24,2 0 32,-2 0 16,1 0-40,-1 0 8,0 0-8,0-4-16,0 4 32,0-4 8,0 4-8,0-4 0,1 0-8,-1 4-48,0-4 80,0 0-16,0 4-16,-4-5 24,4 1-40,-4 0 8,4 4 8,-4-4 0,0 0-16,0 4 16,0-4 8,0 0 0,0 4 0,0-5 32,-2 5-24,0-4 0,-2 4 16,2-4-80,-4 4 32,2-4-32,-2 4 40,-1-4-8,3 4-8,-2-4 8,0 4-40,0 0 16,-3 0 16,1 0-32,-8 0 0,9 0 16,1 0-40,-2 0 72,-9 0-8,11 0-16,-2 0 48,-9 0-48,11 0 0,0 2 8,-10 0 0,11 2-8,-1 0 32,-2 0 0,2 0-24,0 3 16,-1-3 32,1 2-32,0 0 8,0-2-16,2 3-48,0-3 56,-1 2 0,3 0 24,-2 0-32,0-2 0,2 3 8,0-3-24,0 2 8,0-2 40,0 0-40,0 0-8,0 0 48,2 1-72,0-1 56,0-2-16,0 2 16,0-2 8,0 0-8,0 0 0,4 0-32,-4 0 40,4 0-8,0 0 16,-4-2 8,4 0-24,-4 0 24,4 0 24,0 0-40,-4 0-8,5 0-40,-5 0 56,4 0-8,-4 0-8,4-4 0,-4 4-16,4-4 48,0 0-32,-4 0 56,4 0-48,-4 0 0,4-1 8,0 1-48,1 0 24,-5-2-40,4 2 72,-4-2-24,0-1 8,0 1 0,0 2-56,0-2 40,4 0 16,-4 0 16,0-1-8,0 1 8,0 0 0,0 2-16,0-2-8,0-1-16,0 3-16,0-2 24,0 2-16,0 0 32,0 0-24,0 0-16,0-1 48,0 1-40,0 0 16,0 0-24,0 0-8,0 0 32,0 4 0,0-4-24,0 0 16,0 4-16,0-5 8,0 5 56,-2-4-40,0 4-8,2-4 0,-2 4 0,2-4 0,-2 4-16,2 0 16,0 0 32,0-4-24,0 4-8,0 0-24,0 0 0,0 0 16,-2 0-8,2 0 0,0 0-16,-3 0 32,3 0 0,-2 0-16,0 0 16,2 0-16,0 0 8,-2 0 0,0 0 16,0 0 0,2 0 40,0 2-40,-2 0-16,0 0 24,0 0-8,2 0 0,-2 0 16,0 0-16,0 0-24,0 0 24,2 1-8,0-1-8,-2 0 48,0 0-24,2 0 0,-3 0 8,1 0-40,2 0 0,-2 0 8,2 0-24,0 0-16,0 0 56,0 0 0,0 0 8,0 0 24,0 1-48,0-1 0,0 0 16,0 0 8,0-2 8,0 0-24,4 2 8,-4-2-8,0 0 48,5 0-16,-5 0 32,0 0-24,0 0-24,0 0 48,4 0-40,-4 0 0,4 0-8,-4 0 0,4 0 16,-4 0 16,4 0-24,-4-4 8,4 0-8,0-1 0,1 1 24,-5 0-24,4 0-16,-4 0-8,4 0 0,0 0 16,0-1 0,0-1 32,-4 0 40,4 0-8,0 0-48,-4 0-24,0-1-32,5 1-16,-5 0 72,4 0 8,-4 0 16,0-1-40,0 1 8,0 2 0,0-2-56,0 0 32,0 2-16,0-3 24,0 3 8,0 0 32,0 0-24,0 0 8,0 0-8,-2 0-24,0-1 0,-1 1-48,-1 0 24,2 4 88,-2-4-64,2 4 0,-2-4 0,-2 4-96,2 0 88,0 0 16,-3 0-56,3 0 32,-2 0-8,2 0 0,0 0 48,0 0-24,-3 0-16,3 2 40,2 0-32,-2 2 0,2 0 0,-2 0-40,0 1 32,2-1 16,0 2-8,0 0 0,-3 0-32,3 0 8,0 1 56,0-1 24,0 0-8,0 0-24,0 0-24,0 1-16,2-1 16,0 0 24,0 0-32,0 0 32,0 1 8,0-1-32,0 0 0,0 0-24,0 0-8,0 1 8,0-1 32,0 0 0,4 0 8,-4 0 32,4-2-56,-4 1 32,0-1 16,0 0-48,4-2 48,-4 0-16,5 0-16,-5 0 32,4 0-8,-4 0 32,4-2-8,-4 0 8,4 0 24,-4 0 16,4 0-40,0 0 56,-4 0-8,0 0-48,4-4 32,-4 0-32,4 0-40,-4 0 32,0 0 0,0-3-32,0 1 16,0 0-32,0 0 0,0-11 8,0 13 24,0-2 40,0-13-40,0 15-16,0-12-24,0 12 40,0-13 16,0 13 8,0-13-32,0 13-16,0-12 32,-2 10-8,0-11-32,0 13 8,0-13 24,0 13-8,0-12 48,-2 12-40,2-3-40,-2-9-32,0 12 96,2-2-56,-1-1 0,-1 1 16,2 0-88,0 0 88,0 0 32,0-1-40,0 3-32,0 0 0,0 0-16,0 4 48,2-4 24,-2 4-72,0-4-8,0 4 16,0 0-24,-1 0 48,1 0-16,0 0 8,0 0-16,0 0 0,-2 0-16,0 2-16,0 0 24,2 2 56,0 0-40,0 2 0,0 1-24,-3-1-24,3 0 24,0 0 40,0 2-40,0 1-8,0-1 16,2 8-8,-2-9 24,0 1 16,2 8-32,-2-9 32,0 1-48,2 8 8,-2-9 48,0 1-48,2 10 80,0-11-24,0 1-32,0 8 16,0-9-16,0-1 40,0 10-8,0-12-24,0 5-24,0-1-16,0 0 32,4 0 8,0 1 72,0-1-64,-4 0 8,4-2 32,0 3-56,-4-3 48,5 0 0,-5 0-16,4 0-8,0 1 24,0-1-40,-4-2 16,4 0 48,-4 0-40,4 0 0,0-2 8,-4 1-40,4-1 40,-4 0 56,5 0-64,-5 0 40,4 0-24,-4-2-24,4 2 72,-4-2-32,0 0 16,0 0-16,0 0-24,0 0 16,0 0 0,0 0-40,0 0 8,0 0 24,-2 0-8,0 0-24,0-4 8,0 4 16,-1-4 0,1 0 0,0 4-16,0-5 0,-2 1 24,0 0 0,0 4-16,-2-4 16,0 0-32,-1 4 8,1-4 40,0 0-56,0 4 32,0-5-8,-1 5-8,-1 0 24,-8-4-40,9 4 0,1 0 16,-2 0-8,-9 0 16,13 0 8,-4 0-16,0 0 16,-9 0 8,11 2-8,-2 3-16,-9-1 16,11 0-16,-2 0 16,-9 0 8,11 2-24,-10 0 8,11 1-24,-1-1 8,-10 0 24,10 0 8,-1 0-8,1 1 8,-2-1-56,2 0 0,-3 0 0,3 0-32,0 1 48,0-1-8,2 0 0,0 0 24,0 0 0,1 1 0,1-1-32,0-2 32,0 2-24,2 0-24,0-2 40,0 3-40,0-3 24,0 2 16,0-2 0,4 2 24,1-2-24,-1 0 0,0 1 8,0-1 0,2 2 8,0-2 8,0 0-32,1 0 16,-1 0 8,10-1-16,-11-1 24,-1 0-8,2 0-24,0 0 24,11 0 0,-13 0-24,0 0 24,2 0-8,11-2 24,-17 0 24,6 0-8,0 0-16,0 0 0,0 0-8,-2 0 8,1 0 24,-1 0-16,0 0 8,0-4 8,0 0 56,-4 0-24,0 0-8,4-1 24,-4 1-48,0 0 0,0 0-8,0 0-64,0 0 40,0 0 16,0-1-8,0 1 16,0 0-24,0-2 0,-2 2-16,-2 0 8,0-2 0,-2 1-16,2 1 56,-3 0-24,1 0-16,0 0-16,0 0-8,0 4 16,-1-4 0,-1 4 0,-8-4 0,9 4 24,-1 0-32,0 0 48,-9 0-32,11 0-40,-12 0 56,11 0-32,-1 0 24,-8 0 0,9 0-24,-13 0 0,14 2 0,-13 0 8,15 0 8,-2 0-24,-13 4-16,15-2 24,-2 0-24,-2 0 56,-1 3-8,1-1-80,2-2 32,4 0-24,-2 0 16,2 2-24,0-2 48,2 1 16,0-1-40,0 0 88,0 0-56,0 0-8,4 0 24,2 0-8,-2 1 0,0-1-8,2 0 40,0 0-8,1-2 8,-1 2-40,0-2 0,11 0-8,-13 0 8,2 0 8,0 0-32,13 0 32,-15-2 16,12 3 24,-12-3-48,13 0 24,-11 0-16,13 0-8,-13 0 32,10 0-32,-11 0-8,13 0 8,-14 0 24,15 0 32,-15-5 16,13 5-56,-13-4 16,12 4-32,-12-4 8,2 0 48,1 0 0,-1 0-8,10 0 24,-11 0-8,-1-1-48,2 5 24,0-4-8,0 0 8,-2 0 24,0 0-40,1 0-8,-5 0-16,4-1 48,-4 5-16,4-4-8,-4 0-8,0 4-8,0-4 24,0 0-24,0 4 40,0-4-56,0 4 8,0-4 16,0 4-40,-2-4 24,0 4 24,-2-5-32,-1 5 16,1 0 8,-2-4-32,0 4 40,0 0 40,0 0-40,-1 0 0,1 0-24,-10 0-24,12 0 40,-5 0 16,-7 0-24,10 2 16,-3 0-24,1 1-8,-8-1 16,11 0 0,-1 2-16,-2 0 0,0-2 24,2 2-24,-1 0 16,1-2-8,0 2 32,2 1-40,2-1 16,0 0-8,0-2-24,0 2 32,2 0 40,0-2-8,0 2-16,0 0 16,0-1-40,0 1 32,4-2 16,0 0-16,0 0-24,2 0 24,0 0-8,1 0-8,-1 0 8,10 0-16,-10-2 32,13 0-8,-13 0 8,13 0-24,-13 0-8,15 0 8,-15 0 16,19 0 24,-19 0-24,16 0 16,-15-4-8,15 4 8,-15-4 16,15 0-8,-16 0-24,17 0 24,-17-1-16,17 1-8,-17 0 0,11 0-16,-13 0 40,12 0-8,-9-2 8,-1 1 40,10-1-56,-12 2 8,3 0 24,-1 0-72,0-2 48,0 2 8,-2-1-8,1 1 0,-5-2-40,0 2 0,0 0-8,0 0 64,0 0-32,0-1-32,0-1-16,0 2 16,0 0 8,-3 0 0,-3 0 16,0 0-8,0-1-8,0 1 0,-1 4 8,1-4-24,-10 4 16,12-4 8,-5 4 0,-7 0-40,10 0 48,-13 0 0,13 0-8,-15 0 24,15 0-16,-13 0-16,11 0-8,-12 2 8,13 0 8,-11 2-8,12 0 16,-13 1 32,13 1-16,-2-2-24,-9 0 24,11 2-88,-2-2 40,-1 3 48,1-1-24,2 0 32,-2 0-56,-1-2-16,3 2 16,0 1 8,0-3 0,0 2 16,-1-2-56,5 2 24,0-2 24,0 1-16,0-1 16,2 2-16,0-2 40,0 0-40,0 0 16,0 0 16,0 1-32,0-1 24,4-2 0,-4 0-8,4 2 0,1-2 40,-1 2-56,0-2 8,0 0 16,-4 0-40,4 0 56,0 0-16,0 0 40,0 1-32,1-1 0,-1 0 8,2-2-40,-2 0 32,0 2 0,0-2-32,2 0 16,1 0 32,-1 0-40,-2 0 16,0 0-8,0 0-16,2 0 56,-1 0-24,-1 0-8,0 0 0,0 0 0,0 0 0,0 0-24,-4 0-8,0 0-16,0 0 32,4 0 16,0 0-16,-4 0 0,0 0 8,5 0 0,-5 0 16,0-4-16,0 4 48,4 0-48,-4 0 16,4 0-16,-4 0-56,0 0 40,0 0 8,0 0 24,0-5-8,0 5-8,0 0-16,0 0-16,0 0 16,0 0 8,-2 0-16,0 0 24,0 0 8,-2 0-8,-1 0 24,1 0-40,-2 0 16,2 0 8,0 0 16,0 0 0,-2 0-16,-1 0-8,1 0 8,0 0 16,-2 3-8,-1-1 16,1 0-8,0 0-8,2 0-8,0 0-8,-3 2-48,1 0 40,2-2 16,0 2-8,-1-2 8,1 3-24,0-3 8,0 2-8,4 0 8,0-2 32,0 2-40,0-2 0,0 2 8,2 0-24,0-2 24,0 3-8,0-3 8,0 2-8,0 0 32,0-2-16,0 2-16,0 0 16,4-2 8,0 2-8,-4-2 8,4 3-8,0-3-16,0 2 24,2-2-8,-2 0 8,3 0 16,-1 0-24,0 0 32,11 0-24,-17 0-16,6-2 16,10 0 8,-12 0-8,3 0 16,9 0 24,-12 0-32,2 0 0,1 0 8,9 0-48,-16 0 64,6-4 24,1 4 24,9-4-16,-16 0-24,6 0-8,-2 0-16,3-1 24,-3 1 56,0 0-32,0 0-24,0 0 0,0 0-32,-4 0 16,4 0 0,-4-1 0,0-1-8,4 2 8,-4-2 0,0 2-16,0 0 8,0 0-16,0-3 24,0 3-16,0 0-16,0 0 24,-2 0 8,0 0-40,0 0 40,-2-1-40,-2 1-40,2 0 72,0 0-8,0 4 0,-3-4-8,1 4-32,0-4 8,0 4 0,0 0 16,-1 0 16,-1 0 0,0 0 0,0 0 16,-1 0-16,1 0-40,-8 0 16,11 0-8,-1 0 24,0 0 8,-10 2-24,11 0-8,-1 0 32,0 0-8,0 2-16,0 0 16,-1-2-48,1 2 24,0-1 16,2 1-16,0-2-16,2 2 16,0 0 8,2-2 0,0 2 16,-2-2-24,2 2 8,0 1 8,0-3 24,0 0-16,0 2 8,0-2-16,4 2 8,2-2-16,-2 0 0,0 0 16,2 0 0,1 0 56,-1 0-40,0 0-8,0 0-24,11-2-16,-13 0 40,12 3 0,-12-3 8,3 0-16,11 0 0,-14 0 8,13 0-16,-13 0 0,2 0 8,11 0 0,-13 0 16,2 0-8,0 0-8,0 0 8,11-5 8,-13 5 32,0-4-16,2 4-16,-1-4-8,1 0-8,0 4 40,0-4-32,-2 0-8,0 0-8,1 0 8,-1-1 24,0 5-16,-4-4 48,0 0-48,4 0-16,-4 0 32,4 4-64,-4-4 24,0 0 72,0-1-32,0 5-16,0-4 16,0 0-80,0 4 48,0-4 0,0 4-8,0-4 8,-2 4-24,0-4 8,0 4 8,2-4 0,-2 4-8,0 0 8,0 0 16,0 0-16,-3 0 16,1 0 0,0 0 8,0 0-8,0 0 16,0 0-40,0 0-8,-3 0 24,3 0-8,0 2 32,0 0-8,0 0-32,0 0 0,2 2 0,0-2-8,0 2 8,0-2-8,0 2 24,-1-1 32,3 1-16,0-2-8,0 0-24,0 2 16,0 0 32,0-2-24,0 0 16,5 0 8,-5 0-48,4 0 48,0 0-16,-4 1-32,4-1 40,-4 0 0,4 0 24,2-2-8,-2 0-8,1 0-16,-1 0-8,2 0 32,0 0 24,0 0-40,0 0 8,1 0-16,-1 0 0,0 0 32,-2-4-32,0 4-16,0-5 8,1 1 40,-1 4-40,0-4 32,0 0 8,-4 0-56,4 0 48,0 0-24,-4 4-40,0-4 24,4-1 24,-4 1 0,4 4-32,-4-4 32,0 0-24,0 4-16,5-4 48,-1 0-40,-4 4-8,0-4 8,4 4-8,-4-4 24,0 4-8,0-5 80,0 5-80,0-4 8,0 4-16,0-4-88,0 4 96,-2 0-24,0 0 8,0-4 16,0 4-16,-3 0 0,-1 0 24,2 0-8,0 0 0,0 0-8,0 0-8,0 0 0,-1 0 16,1 0 16,0 0 0,-2 0 16,2 2-32,0 0 0,0 0-16,0 2 0,-3-2 56,3 3-48,0-1 32,2 0-40,-2 0-24,2 0 48,0 0-8,0 0 24,0 0-32,0 1 0,-1-1 0,1 0 8,2 0 48,0-2-8,0 2-48,0-2 16,0 2-24,0-2 32,0 0 32,0 3-24,5-3-8,-5 0-16,4 0 8,-4 0 0,0 0 0,0-2 16,4 0 0,0 0 16,-4 0 8,4 0-32,0 0 8,-4 0 56,4 0-40,0 0 8,1 0-24,-1 0-40,0 0 56,0 0 8,0-4 0,0 0-16,0 0-8,0 4 8,1-5 16,-5 1-24,4 0-8,-4 0-16,4 0 0,-4 0 24,4 0-8,-4-1 0,0 1 24,4 0-48,-4 0 16,0 0 0,0 0-40,0 0 48,4 0 24,-4 4-24,0-5 16,0 1 8,4 4-48,-4-4 48,0 0-32,0 4-16,0-4 16,0 4-16,0-4 8,0 4-8,0 0 0,0 0-8,0 0 32,0 0-24,0-4 8,0 4-8,0 0 8,0 0-32,0 0 8,0 0 24,0 0-8,0 0 48,0 0-16,0 0-40,0 0 8,0 0-8,0 0 32,0 0 0,0 0 0,0 0-16,-2 2-16,0 0 0,0 0 32,0-2 16,0 2-16,-4 0-24,2 0 0,2 0 0,-2 0 24,1 0 8,-1 0-16,2 0-8,0 0 24,0 1-16,0-1-16,0 0-8,0 2 16,0-2-8,2 0 0,0 0 8,0 0-32,0 0 48,0 0-16,0 0 8,0 0-32,0 0 0,0 0 24,0 0 24,0 1 16,0-1-56,4 0 8,0 0 8,0 0-16,0 0 40,1 0 0,-1 0-16,0 0 8,0 0 0,0-2-24,0 2-8,2-2 24,1 0 48,-1 2-24,0-2-16,-2 0-8,0 0-40,2 0 40,1 0 16,-1 0-16,-2 0 0,2 0 16,0 0 16,-2 0-8,1 0-16,-1 0 0,0 0-8,2 0 56,-2 0-24,0-4 0,0 4-8,-4-4-24,5 4 40,-1-4 8,-4 4-40,0-4 8,0 4 0,0-4-8,0 4 8,0-5-40,0 5 0,0-4 0,0 4-8,-2-4 32,-3 0-16,-1 4 24,0-4 0,0 0 16,0 4-24,0-4-16,-11 4 0,11-4 0,-2-1 16,-11 5-16,13-4 24,-13 4 24,11-4-8,-11 4-8,13 0-16,-14 0-40,11 0 40,-11 0 8,11 0-8,-11 0-16,11 0 16,-11 0 16,14 0 16,-13 0 16,11 0-40,-11 0-16,13 0 8,-11 0-8,13 0 8,-2 0 24,-2 0-80,0 0 16,1 0-16,1 2-56,0 0 40,0-2-24,0 2-8,2 0 24,1 1 0,-1-1-8,2 0 24,0 0-8,0 0 56,2 0 8,-2 0-24,0 0 16,2 0 0,0 0 0,0 0 16,0 0 0,0 0-32,0 0 24,0 0-24,4 0-8,-4 1 48,4-1-16,0 0 16,3 0 8,-3 0-56,0 0 8,0 0 32,2-2 0,0 2 0,1-2 24,-1 2-48,0-2 16,0 0 16,0 0-8,-2 0 0,1 0-8,-1 0 0,2 0 0,0 0 24,0 0-16,-2 0-8,3 0-8,-1 0 0,0 0 16,-2 0 8,0 0-8,0 0-16,3 0 8,-3 0-8,0 0 8,0 0 16,0 0 16,0 0-8,0 0-16,-4 0 8,5 0-16,-5 0 0,4 0 0,-4 0 48,0 0-48,0 0 40,0 0-8,4 0-40,-4 0 32,0-4-24,0 4 24,0 0-8,0 0 8,0 0-24,0-4 24,0 4 0,0 0 0,0 0 24,0-4-32,0 4 0,-2 0 0,0 0-8,0 0 8,-3-4-8,1 4-16,0 0 16,2 0-8,0 0 0,-2 0 0,0 0 8,0 0-8,0 0 16,-1 0-8,1 0 0,0 0-8,0 0 0,2 0 8,-2 0-16,0 0 16,0 0-8,-1 0 24,3 2 0,-2 0-8,-2 0 16,2 0-32,0 0 32,0 0-32,0 0-16,1 0 32,-1 0-32,2 0 24,0 0 8,0 0 32,0 0-48,-2 0 24,2 1-32,0-1-40,2-2 32,-2 0 0,2 2 24,0-2 24,0 2-16,0-2-16,0 2-8,0-2-8,0 0 32,0 2-16,0-2 0,0 0-16,0 0 0,0 0 40,0 0-8,4 0 0,0 0-24,0 0 16,2 0 0,1 0-8,-3 0-8,2 0 0,0 0 32,0 0-24,0-4 8,1 4 24,-1-4-40,10 4 24,-12-5 0,3 5-40,-1-4 24,10 0 32,-11 0-24,1 4 32,0-4-32,0 0-16,11 0 40,-13 0-8,2-1 16,0 1 0,0-2 0,11 2 8,-13 0 16,2-2-8,0 2-24,1-3 8,-3 3 0,2 0 16,-2-2-8,0 2-8,0-2 24,0 1-48,1-1 24,-5 2-16,4-2-32,0 2 56,-4-2 56,4 1-72,-4-1 0,0 2-8,0-2-72,4 2 80,-4 0 8,0-3-56,0 3 16,0 0 8,0 0-8,0 0 16,0 0-8,-2 0-40,-2 0 48,0 4-32,2-5 16,-5 5 8,1-4-48,0 4 32,0-4 0,2 4 0,-2 0 0,-1 0 16,1 0-16,0 0 24,0 0-8,0 0-8,-1 0 16,1 0-8,0 0 56,0 2-40,0 0-8,-3 0-8,3 0-32,0 1 32,0-1 8,0 0 32,-1 0-48,3 0 16,0 0-8,0 0-24,0-2 16,0 2 32,2 0-32,0-2 24,0 0-24,2 0-40,0 2 48,0-2-16,0 0 40,0 2-32,0-2 0,4 0 16,0 0-8,0 0 0,0 0 24,0 0-48,0 0 32,0 0-8,3 0 0,-1 0 24,0 0-48,0 0 40,0 0-24,1 0 16,9 0 8,-12 0 8,0-4-16,3 4-32,9-4 8,-12 4-8,2-4 24,1 4 0,-1-4 8,10 4 0,-16-4 0,7-1 0,-1 5 0,0-4 0,0 4-8,-2-4 16,0 4-24,-4-4 8,4 4 16,1-4-8,-1 4 16,-4-4-40,0 4-16,4 0 40,-4 0 8,0 0-24,0 0 16,0-4-40,0 4-16,0 0 40,0 0-8,0 0-8,0 0 40,0 0 0,0 0-24,-2 0 40,-4 0-40,1 0 8,-1 0 16,2 2-32,0 0 8,-2 0-8,0 0 32,2 0 0,-3 0 0,1 0-16,0 2-24,0 0 8,0-2 16,1 3 0,-1-1 0,2-2-24,0 2 16,2-2 32,-2 0-32,0 0 24,0 0-32,-1 2 0,3-2 40,0 0-32,0 0 24,0 0-24,0 1 8,2-1 24,0-2-32,0 0 0,0 0-16,0 0 32,0 0 24,0 0-16,0 0-8,0 0-16,0 0 40,0 0-24,0 0-24,0 0 16,0 0-8,4-5 24,-4 5 0,4-4-32,-4 4 0,4-4 16,1 0 24,-5 0-16,4 0 0,0 0-8,0 0 0,-4-1 24,4 1-16,-4 0-8,0 0 0,4 0 32,0 0 8,-4-2-24,4-1-8,-4 1-16,0 0 16,0 0 24,0 0 24,0-1-24,0 1 32,0 0-8,0 0-24,0 0 40,-2-1-64,0 1 48,-2 0 16,2-10-48,-2 11 16,-2-1 48,0 0-24,-1 0 32,1-11 32,0 13-104,0-2 8,-2 0 24,-1-11-16,1 13 8,-8-2-40,9 0 32,-9-11 16,10 13 56,-11-2-24,9 0-48,-13-11-40,13 17 0,-15-6 16,7 0 24,-3-11 40,-1 13-72,-1 0 40,0-2-24,-12 0-96,-6 0 40,-4-11 72,-1 17-72,3-4 64,4 4-56,2-4-64,4 4 96,0 0 32,4 0 8,2 0-40,-4 0-16,-2 0-32,0 0 40,5 0-40,-3 2-24,0 0 32,-4 0-16,4 0 32,2 2-16,2 0-48,-2 0-24,0-2 40,5 1 8,1-1 0,0 0 16,1 0-8,-1 0 24,13 0 24,0 0-40,-9 0-24,11 0-56,0 0-32,4 0 8,2 0 0,0 0 16,0 2 40,0 1 40,0-1 32,16 0 16,-12 0-32,3 0 0,11 2 8,-1-2 8,-1 3 24,3-3 24,-1 0-56,5 0-8,6-2 0,6 0-40,-2 0 48,-2-2 8,6 0 16,2 0 0,1 0-32,-1 0 0,0 0 0,-2 0 48,-4 0 8,-6 0-8,-2 0 8,0 0-40,-1 0 8,1-4-8,0 4 0,2-4-24,0 4 24,2-4 16,-1 4 0,1-4 24,0 4 16,2-4 8,-2 4-8,0-5 8,0 1-16,0 4 8,-2-4 64,-5 0 32,-1 0 32,-4 0 16,-11 0-32,12-1 8,-14 1-8,1 0-48,1 0-16,-2 0-56,0 0-24,-4 0 16,0 0-24,0-1 16,-2 1-16,-2 0 16,-2 0-16,-1 0-16,-11 0 24,12 0-16,-15 0 32,5-1-16,-1 1-32,-4 0 16,-1 0 56,-1 4 40,-16-4-104,-13 4-8,-6-4-56,-8 4-24,4 0 104,7 0 24,-1 0-24,4 2 8,5 0 16,3 2 0,3 0-40,2 0-16,0 0 0,-3 1 0,5-1 24,2-2 8,0 2-32,-2 0-8,2-2 16,2 2 40,2-2-16,-2 0-16,0 2 48,2-1 8,4-1-32,4 0 16,-2 0-24,1 0-48,5-2 56,11 2 32,-9-2-32,11 0-8,-2 0-24,2 2 0,1-2 0,3 0-16,2 0 16,-2 0-56,0 0 0,2 2 16,0-2-24,0 2 24,0 0 16,4 0 40,1 0-24,-1 0 8,0 0 48,0 0-56,2 0 32,0 1 8,13-1-16,-15-2-32,2 2 0,15 0-8,-15-2-24,17 0 24,-17 0 0,17 2 16,-17 0-24,21-2 40,-9 0-8,-1 0-8,-1 2 24,3 0-8,2-2-8,-1 0 16,-1 0 8,-1 0-8,1 2 0,2-2-8,-3 0-56,-1 0 56,1 0 8,1 0 16,-1 0 0,1 0-24,-2 0 64,-1 0-32,1 0 0,-1 0-48,-10 0 16,15 0-24,-15 0 24,15 0 40,-5 0-72,-10 0 32,15 0 16,-17-4 8,17 4 0,-15 0-8,13 0 32,-15-4-48,2 4 32,10 0-24,-11 0-24,1 0 32,0 0-8,0 0 32,13 0-32,-15 0-24,0 0 32,2 0-16,0 0 72,-1-4-32,-1 4-24,-4 0 24,0 0-40,0 0 64,0 0-8,0-4 24,0 4-24,0 0 0,0-5 40,0 5-32,0-4 8,0 0 40,-2 0-48,-3 0-16,3 0-16,-2 0-56,-2 0 64,0-1-8,0 1 24,0 0 0,-3 0-64,1 0 32,-11 0 16,13 0 24,-12-1-24,9 1 0,-13 0-8,5 4-8,9-4 16,-15 4 8,5-4-24,-1 0-16,3 4 24,7 0-32,-13-4 24,3 4 8,-2 0 0,3 0 0,1 0 16,1 0-16,-3 0-24,-2 0 16,1 0 0,-1 0 0,1 0-32,-3 0 8,0 0 0,2 0 24,3 0 8,-1 0 24,1 2-40,-3 0-8,5 0 24,7 0-40,-11 0 16,3 0 48,1 0-16,9 0-32,-9 0 16,12 0-64,-4 0-8,-1 0 40,3 1-24,2-1-24,2 0 8,-2 0 0,2 2 0,0-2 24,2 2 16,0 0-16,0 0 0,6-2-8,0 3 16,13-1 16,-15 0-40,14 0 32,-11 0 8,17 0-16,-3 0 32,-2 0-24,1 1-8,3-1 8,6 0 0,0 0 0,0 0 8,-1-2 24,3 0-16,0 0 0,2 0-8,-2 0-16,0 0 16,2 1 0,3-3 24,-1 0-40,-4 0 24,0 0 32,-3 0-32,8 0 8,-5 0 8,-3 0-56,-1 0 40,-8 0 40,-3 2-32,7-2 32,2 0-24,-7 0-24,1 0 8,-13 0 32,17 0-64,-17 0 24,15 0 16,-15 2-48,19-2 64,-19 2-48,17-2 48,-17 2-8,14 0-8,-13 0 16,13 0-48,-14 0 24,11 0 48,-13 0-56,2 0 0,1 0-16,-1 0-24,0 0 72,-2 0 40,0 1-32,-4 1-8,0-2 8,0 0-16,0 0 32,0 0 0,0 0-8,-2 0 0,0 0 0,0 0-8,-2 0-16,-2 0 8,-1 0-8,-1 3 48,0-3-16,-9 0-8,1 2-24,-5 0-40,5 0 32,-1-2 56,-5 2-8,-3 0-16,-4 0 32,4 1-64,-2-1 32,5 0 24,-3-2-40,0 0 24,2 0-8,1 0-16,1 0-8,-4-2-24,0 2-8,1 0 64,-1 0-16,2 0-16,-4 1 0,5-1-64,-1 0 16,4 0 8,-1 0-16,-1-2 24,2 2 24,13-2 40,-12 2-16,11 0 0,-11-2-40,12 2-32,2 0 0,-1-2-8,1 2-40,-2 0-8,4 0-16,2 0 0,0 0 48,0 0 32,4 1 24,0-1-8,0 0 8,3 0-24,9 2-8,-12-2 24,2 2 40,17-2-16,-17 2 16,17-2-8,-6 0-40,1 0 40,5 1-32,0-1-16,-1-2 16,3 2-8,2 0 16,6-2 16,0 2 0,-4-2-24,0 0 24,-7 0 16,-1 0-24,4 0 8,4 0 0,-7 0 0,-3 0 8,0 0 0,-1 0-16,-1 0-8,1 0 24,3 0 8,0 0 8,-1 0-32,1 0 0,-3 0 8,3 0-16,0 0 40,-1 0-24,1 0 0,0 0 48,-3 0-40,1 0-8,-13 0 16,17 0-16,-17 0-8,13 0 32,-15 0-48,12 0 0,-12 0 72,3 0-32,-1 0 0,-2 0 16,-4 0-56,4 0 56,-4 0 24,0 2-32,0-2 16,0 2-40,0 0 16,-2-2-16,-2 2 0,-2 0 0,-1-2 8,1 2 16,-2-2 0,0 2-8,-9 0 8,11 0-8,-13 0-8,13 0 0,-14 1-8,11-1-8,-11 0 80,11 0-72,-11 2 8,11-2 8,-11 2-80,12 0 80,-11-2-8,13 2-16,-13 1 0,1-1-8,9 0 8,-9-2 16,12 2 24,-3-2-56,-7 2 0,12-2-16,-2 0-24,-1 0 40,1 0-16,2 0 16,2 1 8,0-1 0,0 0 0,0 0-16,2 0 24,0 0 24,0 0-24,6 0-24,0 0 8,11 0-24,-13 0 48,12 0 24,-10-2-56,15 2 8,-15 0 8,19-2 0,-6 0 16,-1 0 8,1 0-16,1 0 0,3 0 24,0 0-16,0 0 0,-1 0 40,1 0-32,2 0 16,0 0 0,-1 0-32,1 0 40,0-4 24,2 4 8,-2-4 16,-1 0-16,1 0-16,-2 4 16,-1-4-24,1 0 32,0 4-48,-5-5 0,1 5 0,-2-4-16,-11 4 40,14-4-32,-13 4 8,9-4 24,-12 4-40,0 0 24,3 0 24,-3 0-56,-4 0 32,4-4-32,-4 4-16,0 0 0,0 0 0,0 0 24,-2 0 32,-4 0-48,-1 0-32,1 0 0,0 0-32,-2 0 56,-9 0 32,11 0-40,-13 0-8,13 0 16,-12 0-24,9 0 48,-13 2 16,5 0-24,1 0 8,-1 0-8,9 0-16,-15 0 0,15-2 16,-13 2 0,13 0 8,-13 1-16,13-1 0,-10 0 0,11 0 32,1 0-16,-2 0-32,0 0-8,1 0-16,1-2 16,0 2 8,0-2 24,0 2-56,2-2 32,1 2 0,1-2-40,0 0 64,0 0 0,2 2-16,0-2 48,0 0-64,0 0-16,0 0 32,0 2-16,0-2 32,6 0 8,-1 0-24,1 0-8,0 2 40,0-2-40,0 0 8,1 0 24,-1 2-48,10-2 48,-12 0 16,3 0-56,-1 0 48,10 3-40,-12-3 16,3 0 24,-1 0-64,0 2 32,0-2 16,11 0-16,-13 0 8,0 0 0,2 2-24,0-2 32,1 2 32,-1-2-24,0 0-16,0 2 0,-2-2-24,0 0 24,1 2 16,-5-2-16,4 0 0,0 0 0,-4 2 16,4-2 8,-4 0-24,0 0 0,0 2 8,4-2 8,-4 0-16,0 0 16,0 0 8,4 0 0,-4 0 0,4 0-40,-4 2 48,4-2-24,-4 0 32,0 0-16,5 0 0,-5 2 24,4-2-24,0 0 32,0 0-16,0 0 8,0 0 0,-4 0 32,4 0-24,-4 0 16,4 0-8,1 0 16,-5 0 16,0 0-48,4 0 24,-4-4-8,4 4-24,-4 0 0,0-4-32,0 4 16,0-4-8,0 4 24,0-4-24,0 4-32,0 0 16,0-5-16,0 5 16,0 0 0,-2-4-8,-2 4-24,0 0 32,-1 0-32,1 0 8,-2 0 8,0 0 32,0 0 0,0 0-8,-1 0-16,-1 0-48,2 0 32,-2 0 8,-1 0 0,-7 0 16,10 0 0,-3 0-8,1 0 16,-8 0-32,9 2-16,-9 0 8,10 1 0,0-1 16,-11 0-16,11 0 16,0 0-24,-3 0 8,1 0 8,-8 0-40,9 0 32,1 0 0,0 0 8,0 0 0,0 0 0,-1 0 0,1 0 16,4 0 0,0 1 8,-2-1-8,2 0 0,0 0 8,0 0-8,0 0-8,0 0-8,0 0 16,2 0 24,0 0 16,0 0-24,-2 0 0,2 0-32,0 0 40,0-2 0,0 2-24,0 1 40,0-1-16,0 0 0,0-2-16,0 2 32,0-2-40,4 2 0,0-2 40,-4 0-40,0 0 24,4 2 16,-4-2-40,0 0 40,4 0-16,-4 0 24,0 0-16,0 0-24,0 0 0,0 0 40,4 0 0,-4 0-8,0 0-16,0 0-32,4 0 24,-4 0 48,4 0-32,-4 0 16,0 0-24,5 0-24,-5-4 56,4 4-24,-4-4 16,0 4-16,0-5 8,0 5 24,4-4 16,-4 0-24,0 4-32,0-4 16,0 0 0,4 4 8,-4-4-24,0 0-16,0 0 16,0 4 16,0-5-8,0 5-24,0-4 16,4 4 56,-4-4-64,0 4-8,0-4 16,0 4-56,0 0 64,0-4 16,0 4-32,0 0 8,-2 0-8,0 0-8,-2 0-8,-2 0 24,-1 0-24,1 0 16,0 0-8,2 0-16,-2 0 16,0 0 16,-3 0 24,1 0-24,0 0-8,-9 0-24,11 0-24,-2 0 40,-9 2 40,11 0-40,-10 0 0,9 0 0,-9 0-16,10 2 16,-11 0 40,11-1-16,-13 1-8,13 0 16,-2 0-32,-9-2-16,11 2 8,-2 0 0,0 0-16,-1 1 8,1-3-40,0 2 16,2 0 8,0 0-16,-1-2 24,1 2-16,0-2-16,4 2 56,0 0-8,0-1 8,0 1 0,0-2-8,0 2 0,2-2-8,0 2 24,0-2-24,0 0 16,4 0 24,2 0-32,0 0 24,0 0-32,0 1 16,13-1 24,-15 0-8,13-2-8,-13 0 8,2 0-32,15 0 32,-15 0 16,12 0-24,-11 0 24,9 0 0,-10 0 16,13 0 24,-15 0 24,13 0-40,-13-4 0,14-1 0,-14 5 0,3-4 16,9 0 8,-12 0 24,2 0-24,1 4 32,-1-4-24,-2 0 0,0-1 16,0 1 8,0 0-24,-4 0-40,0 0-8,0-2 0,0 2 8,0-3 8,0 1-40,-4 0-40,-2 0 24,0 0 0,0-1 32,-13 1 24,11 0-32,-13 0 16,13 0-8,-13 0 0,3-1 24,-5 1-24,2 0-24,-1 0 72,-14 0-64,-7-11-16,-6 13 24,-1 0-32,3 0 88,1 0-32,3-1-8,4 5-32,-1-4-16,5 4 40,0 0 16,0 0-24,-2 0 8,2 0 0,2 0-16,2 0 16,-2 0 16,-2 0-16,2 0-8,8 0 0,-4 0-40,-2 0 24,0 2-8,2 0 8,2 0 16,0-2-16,-1 3 16,1-3 0,4 2 0,6-2 0,-3 0-16,-1 2 8,1 0-8,1 0 8,11 0 8,-15-2-8,6 2-16,9 0-24,-8-2-8,9 2-16,1-2 8,-10 0 16,12 2-16,0 0-16,1-2-40,1 0-32,0 0 24,0 2-24,2-2 16,0 2 24,0 0-16,4-2 40,1 2 0,1 0 16,0 1 0,10-1 0,-11 0 16,11 0 16,1 2 0,-1-2-16,1 0 0,-1 0-16,5 0 48,1 0-24,1-2 0,-2 0 16,2 0-8,1 2 32,3-2-8,2 0 24,-4 0-64,0 0 32,1 0 16,1 0 16,0 0-16,-4 0-24,0 0 16,1 0 0,1 0 16,-2 0-8,-5 0-16,3 0 8,0 0-24,1-4 24,-1 4-8,-15-4-16,17 4 80,-7-4 24,1 4-8,-11-4 48,11 4-40,-17-4 24,4 4 40,2-5-16,-2 5 32,-4-4-48,0 0 24,0 4-24,0-4-64,0 0 40,-2 0-48,0 0-8,-2 0 0,-2-1-8,-3-1-40,-9 0 24,1 2 32,9 0-40,-15 0 0,3 0 0,-3-1 0,0 5 24,1-4 24,-5 4-32,-4-4-32,-2 4 0,2-4 8,0 4-8,-2 0 8,-2 0 16,-2 0 56,1 0-48,1 0 8,0 0-32,-2 2-40,-2 2 88,2 2-16,0-1 40,-3-1-32,1 0-32,0-2 48,2 2 8,2 0 32,-3-2-15,1 0-57,0 0 0,2 0-8,4 0-16,2 3 24,-4-3-8,4 0-8,9 2 16,11 0-8,-11-2 24,11 0-40,-9 0 8,16 0-8,-4 0-48,1 0-65,1 0 1,2 0-32,2 1 40,0-1 48,4 2-8,1 0 16,1 0 8,10 0 16,-10 0-32,13 0 8,-13 3-16,21-3 8,-4 0 48,4 0-48,-1-2 0,3 2-8,4 0-8,9 0 8,1-2 8,-4 1-8,2-1 0,1 0 48,3 0 16,-1 0-40,-3-2 16,0 0-8,2 2 8,3 0 32,-3-2-8,-4 0 8,1 0 0,1 0 0,2 0-16,-1 0-8,-5 0 0,-2 0 16,2 0 40,0 0-32,-6 0-8,-4 0-32,0 0 16,2 0 56,0 0-56,-7 0 16,-1 0 16,-15 0-40,21 0 48,-8 0-8,-13 0-8,10 2 24,-12 0 0,13-2 32,-13 0 0,0 0 64,-4 0 24,0 0 40,0 0-24,0 0-56,0 0-32,-2 0-32,-2 0 32,0 0-32,-2 0 0,0-4-48,-13 0 16,13 4 16,-13-4 24,13 0-32,-19 4-16,3-5 16,1 1-24,-2 4 48,0-4-40,-3 4 0,-1-4 8,-4 4 16,2 0 16,-2-4-48,-2 4 32,-2 0-24,2 0 8,0 0-8,-2 0-56,-9 0 56,3 0 16,4 0 8,-2 0 16,-1 0-16,-1 0-24,0 2 24,2 0 8,1 0-16,-3 0-32,0 0 8,2 0 32,1 0-16,3 0 40,-2 0 8,0 1-40,2-1 8,4 0-8,0 0-40,-2 0 40,2 0-16,6 0 48,5 0 0,1 0-16,0-2 24,1 2-56,10-2 81,-1 2-73,3-2-32,0 0 0,0 0-41,2 0 41,2 2-72,2-2 16,0 2-48,0 0 56,4 0 48,2 1-24,10-1-24,-11 0 8,1 2 8,16 0 8,-5-2 56,2 2-24,-1-2-16,1 0 8,5 2 32,5-2-72,0 0 8,0 3 8,2-3-16,4 2 16,0 0 16,2-2-16,-1 0 16,1 2 48,2 0-24,2-2-8,-4 0-16,-1 1 16,1-1-8,0 0 16,0 0-32,-2-2-8,-2 2 56,2-2 8,0 2 0,-2-2-8,-4 0-16,0 0 0,0 0 0,2 0 0,-8 0 0,-3 0-32,1 0 32,0 0 16,3 0 40,-5 0-32,-13 0 0,11 0-8,-1 0-64,1 0 64,-13 0 8,0 0-8,0 0 48,2 2 32,1-2-16,-3 0 32,-4 0 16,0 0 16,0 0-16,0 0-56,-2 0-16,0 0-48,-5-4 24,5 4 0,0-4-16,-2 4-40,-2-4 8,0 4 16,0-5-8,-1 5 40,-11-4-24,9 4-8,-11 0 16,3-4 0,1 4-8,-3-4-8,-1 4 8,-3-4 8,0 4 0,0 0-8,-3-4-24,-3 4 0,0-4 16,0 4 24,-2 0-16,0 0 16,-2 0-8,2 0 0,0 0 48,0-5-48,-2 5-32,-2 0 24,0 0-8,2 0 40,-2 0 8,-2 0-32,-3 0 24,5 0 16,0 0 0,2 0 16,-2 0-24,0 0-24,2 0-8,2 0 24,2 0-72,-2 0 56,2 0-8,2 3 40,5-1 8,-1-2-32,0 0 17,5 2-41,1-2 48,11 2-24,-2-2-8,-11 2-24,15 0-16,2-2 40,0 2-32,2 0-16,-2 0 24,2 0-17,0-2 1,0 2 24,0 0-64,4 0 56,2 2 0,13 1-24,-13-3-8,14 2-32,-13 0 16,17 0 24,-1-2 16,2 2-16,0-2 24,1 0-48,5 2 48,7 1-24,3-3-40,-2 0 48,2 0-16,7 0 16,1 0-8,1 0-8,-3 0-24,1 0 32,2 0 16,-1 0-16,1-2 24,-3 0-24,-1 0 56,1 0 0,0 0-16,-3 0-24,-3 0-40,0 0 40,1 0 32,1 0 0,-2 0-24,-1-4-8,-7 4-16,0-4 16,2 4 8,-4-4 32,-4 4-48,-3-4 0,3 4 24,-4 0-64,-2 0 32,-5-4 40,1 4-24,-13 0 104,2 0-24,12-5-80,-11 5 72,9 0-104,-16 0 40,6-4 48,-2 4-24,3 0 0,-3 0 80,0 0-48,-4 0 16,0 0-32,0 0-88,0 0 64,0 0 8,-2 0 0,-2 0-40,-2 0-56,-1 0 88,1-4-16,-2 4 8,-11 0 64,13 0-48,-2 0-16,-11 0 8,11 0-32,-15 0 24,7 0 48,8-4-16,-13 4-48,4 0 40,-1-4-24,1 4 16,1 0 24,-3 0-40,-1-4 24,-1 4 0,2-4-16,1 4 0,-3-4 8,-2 4-16,3-5 24,1 5 16,1 0-40,-5-4 8,-2 4-24,0 0 24,3 0 16,-1-4-24,-2 4-24,-2 0 8,3-4 8,-1 4 40,0 0-16,-2 0-32,-2 0 32,2 0-56,3 0 56,-1 0 0,-2 0-24,-2 0 64,2 0-8,2 0-24,1 0-48,-3 0 0,-2 0-24,2 0 56,0 0 32,3 0-40,-5 0 0,2 0-8,4 0 32,0 0-16,3 0 24,-3 0-24,2 2 0,3 0 8,1 0-8,1 0-8,8 0-8,-11 0-8,15 1 8,0-1-32,0 0-40,1 0 32,1 0-40,2 0 24,0 0-16,5 0-32,-1 2 40,0 0 40,2-2-16,13 2 24,-13 1 0,14-1-40,-3 0 80,1 0-32,5-2 0,2 0-8,0 0-24,6 0 40,2 0-24,4 0 16,-2 0-24,2 0 16,0-2-8,5 0 16,-1 0 8,-2 0 32,0 0-8,3 0-32,-1 0 40,0 0-64,-4 0 32,3 0-8,-1 0 24,2 0-32,-2-4 8,-4 4 16,1 0-16,1-4-8,0 4 0,0 0 8,-4-4-24,0 4 48,-4 0-16,2 0 0,-6-4-16,-3 4 8,-5 0 0,4 0 32,-15 0 48,0-4-24,13 4-8,-13 0-88,10 0 32,-16 0-8,17-4 8,-11 4 80,0 0-104,11 0 104,-17 0-32,4 0-16,-4 0 8,4 0-16,-4 0 32,4 0 24,-4 0 40,0 0-136,0 0 72,0 0-24,0 0-16,0 0 88,0 0-112,-2 0 8,0 0 72,-4-4-40,0 4-8,-11 0-8,11 0-40,-2 0 16,-11 0 40,11 0 0,-13 0 16,13 0 0,-13 0 16,13 0-24,-15 0-24,5 0 0,1 0 0,9 0 8,-13 0 32,5 0-24,-3 0 8,3 0 24,7 0-32,-13 0-8,3 0-8,3 0 0,-1 0 16,1 0 8,7 0-16,-13 0-8,5 0 0,11 0 24,-11 0-24,11 0-8,-12 0 32,11 0-8,-1 0 40,0 0 24,0-5-88,-1 5 32,3 0-32,0 0-40,4 0 40,0 0-32,0 0-16,2 0 24,0 0 16,0 0-32,0 0 40,4 0-8,-4 0 8,6 0 32,0 0-56,0 0 8,1 0 8,9 0 16,-10 0 32,17 0-24,-17 0 0,13 0-24,-13 0 16,21 0 64,-9 0-64,-1 0-8,0 0-8,1 0-24,3-4 32,-1 4-8,-3 0 40,-1 0-40,1 0 16,4 0 8,-3 0-64,-1 0 40,-1 0 48,3 0-40,1 0 80,-1 0-32,-13 0-80,15 0 64,-17 0-48,12 0 24,-11 0 24,1 0-32,12 0 16,-13 0 0,1 0 24,0 0-32,0 0 16,0 0 0,0 0-24,-1 0 24,1 0 0,-2 0 16,-4 0 24,4 0 16,0 0-24,-4 0-16,4 0-16,-4 0 16,0 0 8,0 0-16,0 0-32,0 0 0,-2 0 24,0 0-16,-4 0 40,-2-4-48,-9 4 80,11 0-64,-10 0-48,9 0 56,-13 0-56,11 0 48,-9 0 40,12 0-40,-15 0 16,13 0 24,-13 0-16,15 0 0,-13 0-24,11-4-16,-13 4 24,13 0 40,-10 0-48,9 0 8,-11 0-8,3-4 32,9 4 16,-13 0 0,5 0-8,-1-4-80,1 4 64,7 0-24,-11 0-24,12 0 16,-13-4 0,15 4 16,0 0 8,-1 0-8,1 0-32,0 0 8,2 0 0,2 0-16,0 0-8,0 0-16,0 0-16,2 0 0,0 0 48,0 0-32,0 0 24,0 0 0,4 0 40,0 2-24,2-2 8,0 2 8,0 0-32,11 0 32,-11 0-24,19 0-8,-19-2-32,17 2 40,-7 0 16,5-2 0,0 2 16,-5 0-16,1 0-8,1 0 8,3 0-8,-1 1-16,-1-3-24,0 2 56,-1 0 64,1 0-8,-3 0 24,1-2-80,-13 2-48,12-2 24,-11 0-16,1 0 32,12 2 0,-13 0 8,1-2 8,12 0 32,-14 0-40,3 0 8,-1 0-24,10 2 0,-12-2 32,3 2-16,-1-2 40,0 0-16,0 2 24,0-2 0,-1 0-16,-1 2 32,-4 0-24,4-2 0,-4 2-88,0-2 24,0 2 40,-2-2 0,0 0-8,-5 0-8,1 3-48,0-3 48,-12 2 48,11 0-64,-15 0 0,5 0 24,11 0-56,-13 0 120,11 0-64,-15 0-32,7 0 32,-1 0-40,9 0 64,-13 0-16,13 0-24,-10 0 32,11 0-16,-1-2-16,0 0 0,2 0-16,-3 3 24,3-3 48,4 2-48,0-2-8,0 0-16,-2 0-24,2 0 48,2 0-24,0 2 0,0-2 32,0 2-16,0-2-8,0 0 8,0 2 0,4-2 8,2 0-32,0 0-32,1 0 32,9 0 8,-12 0 40,15 0-32,-15 0 0,2 0 8,13 0 0,-15 0 40,14 0 48,-13 0-80,1 0-8,10 0 24,-16 0-64,6 0 80,-1 0 64,1 0-136,-2 0 32,0 0 8,0 0-104,0 0 136,0 0-16,1 0 0,-1 0-32,-4 0-16,4 0-8,-4 0 80,4 0-8,-4 0 16,0 0 24,0 0-120,0 0 96,0 0-40,0 0 24,0 0 0,0 0-40,0 0 64,-2 0-40,-4 0 8,-3 0-24,1 2-32,-8 0-8,9 0 48,-1-2-16,-12 0 8,11 2 64,-9 0-32,11 0-16,-11-2 0,10 0-48,-13 2 24,15-2 48,-2 2-48,-9-2 0,11 0 32,0 2-40,-1 0 16,1-2 40,0 0-64,0 0 16,2 0 8,2 0-64,0 0 24,0 0-8,-1 0 48,1 3-24,2-3-8,0 2-24,0-2-32,0 2 64,0-2 24,0 2 8,5-2-16,-1 0-8,0 0-8,0 0 40,2 0 16,11 0-24,-13 0-32,12 0-16,-10 0 8,15 0 24,-15 0 8,11 0 64,-11 0-48,13-4 48,-13 4-48,12-5-56,-18 1 48,7 0-32,-1 0 80,0 0 32,0 0-64,0 0 0,-2 0 64,1-1-24,-5 1 64,0-2-80,4 0-56,-4 2 64,0 0-56,0-3 80,0 1-88,0 0-56,0 0 40,0 0 40,-4-11-16,-3 13 16,-1-2-32,-12-11-24,11 13 64,-16-2-48,3-11 56,-1 13-24,0-2 40,1 0-8,-7 0-8,-2 0-16,-2-1-8,2 3 16,0 0 8,0 0-24,-4 0 8,-2 0 24,4 4-40,-3-4 0,-1-1-8,-2 5-8,0-4 8,2 4 32,-3 0 8,-1-4-24,-6 4 8,3 0 0,3 0 16,2 0-8,-5 0 32,1 0-24,2 0-48,0 0 80,1 2-32,-1 0-24,0 0 24,-1 0-24,5 1-16,0-1 32,0-2 48,0 2-72,2 0 48,2 0 0,0 0-48,0 0 56,0 0-16,0 0 8,4 0 8,0-2-31,-2 2 15,0-2 16,2 2 0,0-2-8,0 0 0,0 0-96,0 0 64,2 0 8,1 0-16,1 0 56,0 0-64,-2 0 32,2 0 24,1 0-48,1-4 16,0 4-24,7-4 16,-1 0 56,11 4-40,-13-4-24,13 4-64,0 0 16,0 0 40,2 0-32,2 0-48,0 0-16,2 0-40,0 0 16,0 0 23,0 0-15,4 0 16,2 0 40,0 2-16,13 0 32,-13 0-32,15 0-8,-5 0 16,3 0 0,3-2 8,3 0-8,2 0-8,4 0 8,4 0 32,0 0-32,2 0 8,-2 0 8,5 0 8,-1 0 16,0 0-24,0-4-8,0 0 16,3 0 0,1 0 56,1-1-32,-5 1 8,-2-2-16,2 0 0,2 0 8,-1 0-64,-3-1 64,-2 3-16,2 0 24,2-2 48,-4 2-48,-2-2 16,0-1 0,-2 1 16,0 0 16,-6 0 0,-4 0-8,-5-1 0,3 1-8,-1 0-16,-11 0 16,11 0 32,-14-1 8,15 1-24,-13 0 24,0 0 0,-2 0 16,1 0 24,-1-1-16,0 1-64,-4 0-24,0 0 32,-2 0 32,0-1-8,-4 1-8,-3 0-56,-7 0-24,10 0 24,-13 1 0,11-1-32,-19 0-8,4 2 0,0 0 32,-1 0 48,-3 0 0,-6-1-24,-6 1-8,1 0 8,-17 0-16,-13 0 0,-5 0 80,9 4-48,6 0 16,7 0 0,-1 0-96,1 0 80,-3 0 24,0 0 32,3 0 0,-1 0-32,0 0 0,1 0 0,-1 0 32,1 0-32,1 2 0,1-2-8,-1 0 17,5 0 7,-1 0-16,7 0-32,2 0-24,-2 0 40,1 0 0,3 0 8,2 0-24,2 0-16,9 0 40,3 0-8,0 0 32,3 0-64,8 0 16,-13 0 24,19 0-64,-2 0 40,2 0-64,2 0-24,0 0 16,6 0-32,0 0-16,-2 2-33,0 0 49,3 0 32,9 0-24,1 0 48,1 0-48,3 0 32,6-2 40,4 2-16,6-2 16,2 0-24,2 0-8,3 0-8,3 0 8,1 0-48,-1 0 16,5-4 8,6 0-40,1 0 24,-3 4 8,0-4 0,0 0 32,-1 0 8,3-3-32,-4 1 0,0 2-48,-1-2 72,5 0-8,0-1 24,-5 1 24,-15 2-16,-5 0 32,-4 0-24,-3 0 24,3 0-40,4 0 16,5-1 24,1-1-48,2 0 40,-6 0-8,0 0 8,-2 1 24,0-1 24,-6 2 16,-4 0-40,-7 0 40,1 0-16,-11 0-16,13 0 48,-19-1 8,4 1 48,2 0 32,-2 0-64,0 0-16,-4 4-40,0-4 0,0 0 0,-2-1-16,0 1-56,-4 0-8,-11 0 16,11 0 48,-12 0 16,1 0-80,-4 0 32,-1-1-72,-1 5 24,-2-4 24,-6 0-16,-6 4 48,-2-4 16,2 4 24,-21-4-24,-12 0-32,2 4 40,6 0-16,8 0 8,4 0 24,3 0-64,-5 0 24,1 0 104,1 0-64,5 0 17,-3 0-9,1 0-88,-3 0 80,3 0-16,-3 0 16,-1 0-24,-1 0 0,5 0 40,1 2-40,7-2 8,-4 0 40,-3 0-48,3 0 16,1 0 32,7 0-88,2 0 32,0 0 8,-4 0 16,2 0-16,-2 0-24,6 0-8,0 0-72,0 2 56,6-2 0,5 0-24,-1 0 56,0 0-48,1 0 32,-1 0 0,15 0-16,-2 0-8,1 0 24,5 0-8,0 0 0,2 0-16,0 0-96,0 2-24,0-2 8,0 2 8,0 0 7,6 0 49,13 0 24,-15 2 8,13 1 40,-11-3-40,17 0 16,-3 0 32,1 0 0,4 0 24,4 0-24,1 0-40,4 0 8,5-2 16,2 2-32,2 0-24,-1 0 0,-3 0 0,2 0 0,3 0 40,1 0-32,0 1 8,1-3 0,-1 0-24,5 0 32,-1 0-16,1 0 16,-1 0 32,3 0-40,-4-5 8,-3 5-16,-2-4 32,1 4 8,-1-4 8,0 4 8,-1-4-24,-1 4 0,-2-4-8,2 0-8,-5 0-16,-3 4 16,-2-4 40,-9-1 16,-3 5 0,-13-4-16,17 4-24,-7-4 16,5 4-48,-3 0 32,1-4 24,-13 4-16,17 0 56,-17 0 16,17-4-40,-19 4 8,2 0-16,0 0 48,-2-4 40,1 4-8,-5 0 8,0 0-16,0 0-16,-2-4-40,-1 4 0,-1 0-32,-2-5-24,0 5 32,0-4 8,-11 4-24,-1 0 16,-1-4-24,-4 4 0,-8 0 40,-10 0 8,0 0-8,0 0 24,1 0 0,1 0-24,0 0 16,-2 0-24,-5 0 8,3 0 16,-1 0 16,3 0 0,-2 0-8,-3 0 16,1 0 0,4 0 24,-5 0-40,-1 0 0,-1 0 24,1 0-8,-1 0 8,3 0-40,-5 0 8,5-4 9,-3 4 63,5 0-32,0 0-8,-1-4-24,1 4-40,0 0 40,1 0-24,-3 0-56,6 0 48,0 0-24,-1 0-24,5 0 64,-2 2-72,0 0 16,4 0 40,0 0-24,6 0 24,4 0-24,-1 0-24,3 0 24,0 1-8,3-1 8,11 0 24,-11 0-8,12 0-24,-1 0 24,1 0-56,2 0-17,2 0 73,0 0-80,2 0 40,0 0-40,0 2-40,0-2 56,0 3 24,4-1 32,2 0 16,11 0-24,-13 0 8,17 0 40,-5 2-40,3 1 16,3-3 40,5 0-8,2 0 0,6 0-40,9-2-16,-1 0 8,2 0-8,-1 2 48,1-1 0,5-1-48,1 0 24,3 0 8,2 0-56,0 0 32,-1-2-40,-1 0-8,0 2 32,-1 0-48,1 0 24,0-2-24,1 0 32,1 0-8,0 0 8,2 0-24,-5 0 0,1 0-8,-2 0 64,1 0-24,1 0-24,-9 0 8,-5 0-32,-1 0 64,2 0-32,0-4 32,-5 4 0,-5-4 8,-11 4 8,-3 0 0,-11 0 24,10 0-32,-9 0 32,13 0 0,-3 0-8,-11 0 16,15 0 32,-17 0 64,2 0-32,0-4 32,0 4-8,-6 0-56,0 0 40,0-4-32,0 4-32,0-5-24,-6 5-8,-2-4 8,-11 4 0,13-4 16,-29 0-40,-2 0-16,-2 4 32,-5-4-8,1 4 40,-1 0-24,-7 0 8,-1 0 24,1 0 0,-1 0 16,0-4-8,-3 4 57,-3 0-49,2 0 16,0 0-40,-1 0-64,-3 0 88,0-5 8,0 5 40,2 0-40,2 0-40,-1 0 40,1 0-24,0 0 24,-2 0 24,1 0-104,-5 0-32,0 0 24,4 3-56,-2-1 48,2 2 24,5-2-16,-3 0 40,6 2-32,5-2-32,-3 0-24,5 2 8,0-2 32,3 0 0,5 3 16,0-3 16,0 2-8,2 2 8,6-2-24,5-2-8,5 0-16,11 0 24,-13 0 16,17 0-32,-2 0-24,0 0 0,2 1 8,2 1-8,0 0 0,0 0 0,0 0-25,6 2 65,11 0-8,-13 3-16,18-1 32,-15-2-24,17 2 32,-1-1 0,2 1-16,8 0-32,2-2 8,2 1 8,6-1 56,7 0-8,2 2-24,-1-2 48,1 1-32,-1-1-8,5 0-8,2 0-48,-2 0 8,2-2 0,-1 1-8,1-1 8,2 0-32,-2 0-8,-15 0 32,-6-2 24,1 0-24,1 0 24,0 0 0,2 0 8,3 0 0,3 1-24,3-1-8,-1-2 0,1 0 16,-1 0 16,-1 0 16,-3 0-32,-3 0 8,-1 0 8,0 0 0,-6 0 16,-4 0 24,-2 0 24,0-5 0,2 5 16,-8-4 0,-5 4 32,1-4-16,-3 4 24,-9 0 32,-1-4-48,0 4 64,-6 0 56,4-4-56,-4 4 17,0-4-41,0 4-72,0-4 8,-6 0 48,-11-3-128,9 3 0,-17 0 24,3 0-64,-3 0 88,2 4 8,-6-4 0,-4 4-24,-2-4 48,-2 4-40,-2-5 0,-7 5 8,-5 0 32,-1 0 16,-2 0-16,-1 0-32,3 0-8,-2 0 16,-1 0-8,1 0 40,-2 0-56,-2 0 8,1 0 48,-3 0-24,0 3 8,2-1-64,-4 0-16,2 0 16,2 0-24,1 0 32,1 0 8,0 0-64,0 0 24,3 0 24,-3 0-56,0 0 24,5 0 48,-1 2-8,2 1 0,5-3 24,0 0-56,3 0 16,5 0 56,0-2-64,6 2 0,4-2-8,2 2-56,5 0 88,3 0-8,1 0-16,10 0 40,-1-2-24,1 2 8,4 0-8,0-2-40,2 2-24,0 0 8,0 1 0,4-1-9,0 0 33,2 0-8,1 2 24,11-2 40,-14 2 32,17 0-8,-2 0 8,1 0-15,7 1-42,6-1 50,2 0-41,6 0 8,7-2 48,2 0-40,3 0 8,3 0 24,0 0-56,1 0 48,1-2 40,-2 0-64,2 0 48,0 0-40,-1 0 0,-1 0-24,2-4-16,2 4-8,-2-4-24,-1 0 32,1 0 0,-2 4-8,0-4-8,-5 4-8,3-4 7,0 4 17,-3-5-16,-1 5-16,-7 0 8,1 0 24,1 0 0,-4 0-16,-4 0 16,-3 0-32,-4 0 48,1 0 32,-4 0-40,-4 0-8,-2 0-8,-3 0 0,1 0 24,-13 0 8,11 0 0,-17 0 8,6 0 24,0 0 48,-2 0-8,-4 0-16,0 0 32,0 0 33,0 0-25,-4 0-80,-2 0-8,-3 0-56,-7 0 56,10 0 64,-19 0-40,6-4-8,-3 4-24,-5 0 16,-2 0 8,-2 0 0,-6 0 8,-2 0 24,-1 0 8,-1 0-8,-2 0-16,-3 2 0,-5-2 0,1 2 8,1-2 24,-1 0-80,-2 0 48,1 0 16,-1 3 24,3-3-24,-3 0-48,0 0-40,1 2-24,-1-2 64,1 0-16,1 0-8,-2 2-16,1 0-8,1-2-8,1 2 24,-1 0 8,3 0-32,1 0 56,3 0-16,0 0-40,1-2 32,5 0 24,0 2-16,2-2 16,0 2-24,6-2-88,0 2 80,4-2 40,0 0-24,5 2 72,3-2-96,1 2-24,10 0 40,-1 1-64,1-1 80,0 0-40,2 0 8,2 0 8,0 0-40,0 0 24,2 0-16,0 2 64,4 0-16,2 0 40,10 1-16,-11-1-40,13 2 96,-1 0-40,1-2-8,3 0 16,6 2-16,2-1 8,4-1 24,4 0-72,6 0 8,3 0 16,1 0-8,3-2 96,-1 0-64,3 0-32,1 1 32,1-1-64,2 0 40,-2-2 16,-1 0-24,1 0 32,0 2-8,-1-2-40,-1 0-16,0 0 8,-3 0-24,1 0 32,-1 0 40,1 0-88,-3 0 48,-1 0-16,-1-4-40,-4 4 72,-1 0-56,-1-5 16,-4 5 24,0-4 32,-2 4-24,-2-4 0,-4 0-24,0 4-24,-3-4 64,-1 4 0,-6-4 48,-11 0-16,12 4 24,-13-4 8,-1 4 48,0-5 24,-4 5 8,0-4 0,0 4-72,0-4-24,-2 4-64,-4-4-8,-1 0 32,-1 0 0,-8 0-16,7 0 24,-15-1-24,3 5 8,-2-4 48,-4 0-48,-6 4 16,-6-4 16,0 4 0,-5-4-16,-1 4 56,-2-4-16,-1 4-48,-1 0 56,-3 0-72,0-4-32,-3 4 56,-1 0-16,-2 0 0,2 0 0,1 0-56,-3 0 0,2 0-8,0 2 56,3 0-16,-1 0-48,-2 2-24,0 0 16,3 0 64,-1 0-8,0 0 32,1 1-72,-1-1-40,0 0 80,5 0-64,-1 0 24,5 0 0,-1 0-32,3 0 80,4 1-48,2-3 32,4 2-32,0 0 8,2 0 48,4 0 0,2-2-24,4 2-16,5 1 8,-1-3-24,11 0 64,0 0-24,0 0-48,0 2 24,4-2 8,-1 0 0,3 0-8,0 0 16,0 0-24,0 0 64,7 0 0,-1 0 0,12 0 16,-11 1-8,19-1 24,-3 0 16,0 0-40,6 0 32,2 0 16,4 2-24,2-2 8,2 0-24,3 0 8,-1 0 16,2-2 24,3 2-56,5-2 0,1 0 0,-1 0-24,3 2 64,0-2-32,-3 0-24,3 0 32,0 0 0,-3 0-32,1 0 32,0 0-48,-1 0 0,3 0 56,0 0-64,-3 0 16,1 0-24,-1 0 8,-1 0-8,0 0-32,-3 0-16,0 0 0,-3 2 16,-3-2 16,0 0 0,-3 3-40,-5-1 40,0-2 32,0 2-24,-4 0 40,-3-2-40,1 0-8,-2 2 32,0-2-8,0 0 0,-7 0 0,-12 2 16,17-2 0,-19 0 16,13 0-24,-17 0-16,4 0 40,0 0 48,0 0 32,-4 0 16,0 0-24,0 0-8,0 0 0,0 0-48,-2-4-16,-2 4-56,-2-4 24,-1 4 48,1-5-8,-10 1 16,10 0-48,-15 4 16,4-4 8,1 4-8,-3-4 16,-1 4-8,-5-4 8,0 4 0,-2-4 40,-2 0-80,-2 4 0,0-5 40,1 5-8,-1-4 40,-5 4-48,1-4 48,0 4-56,0 0 16,0 0 0,-2 0-48,0 0 32,-2 0 32,-1 0 0,1 0-40,0 0-16,-2 0 8,-1 0 24,3 0-16,-2-4-24,-1 4 16,1 0-48,-2 0 8,2 0 32,-1 0-24,-1 0 8,0 0 40,1 0 0,-1 2-40,2 0 16,-1 0 8,1 2-32,0 0 16,1-1-8,1 1-8,0 0-24,2 0 32,0 0 40,2 2-56,0-2 24,4 3-32,0-3 16,-2 2-8,2-2 56,0 0-48,6 2 0,0-2 24,4 3-40,1-3 48,3 0-48,11 0 32,-10 2-8,11-2-8,-1 1 15,2-1-15,2 0-32,0 0 40,2 0 0,0 0 8,0 0 24,4-2-16,0 2 80,13 1-8,-11-1 16,15 0-16,-3 0-24,3-2 32,4 2 1,8 0 15,2 0-40,2-1 8,8-1 24,5 0 8,4 0-8,5 0 0,1 0-40,2 0 8,0-2 8,2 0-16,0 0-8,2 0 8,0 0 32,0 0-48,0 0 32,0-4-24,1 0-40,-1 4 64,0-4-64,2-3 8,0 1-24,-2 2-8,0 0 40,0-2-16,-2-1 8,0 1-32,-2 2 8,0 0 0,-2-2 0,-6 2 0,-1-2-8,1-1 24,-3 3 24,-5-2 0,-3 2 0,-4 0-24,1 0 24,1-1-32,-6 1 0,-6 0 16,-4 0-32,2 0 48,-3 4 24,-5-4 0,-13 4-16,11-4 8,-17 4 24,6 0-8,-2-4 40,-4 4 0,0 0 8,0 0 24,0 0-48,0 0-48,-2-5-8,-2 5-8,-2-4 24,-1 4 0,-9-4-16,8 4 0,-15 0 8,4 0 48,-1 0-32,-7 0-72,-2 0 32,-2 0-24,0 0 32,-2 0 48,-4 0-40,-4 2-32,-3 0 40,1 5 0,-3-1-8,-1-2 56,-3 0-56,1 2 8,-3-2 24,1 0-40,-1 1 0,0-1 40,1 0 0,-1-2 0,1 2-16,1 0-56,-2 0 0,1 0 24,-1 1 32,3-1-24,-3 0-40,2 0 8,-1-2-8,1 0 48,1 0-16,-1 0-32,3 0 8,-1 2 24,1-2-24,-1 0 32,3 1-16,-1-1-32,3 0 48,4 0-24,-2 0-8,-1-2-8,3 2-8,4-2 56,2 0-40,0 0 16,0 0-8,2 0-24,2 2 48,2 0 24,2-2-72,1 2-1,1 0 9,0-2-40,3 2 80,-1 0-16,2 0-32,11-2 16,-13 2 8,15 0 0,-12 1 24,13-1-16,-1 0-24,4 0 16,0-2-48,0 2-8,0 0 16,2-2 0,0 2 72,0 0-32,6 0 24,0 0 0,11 0 16,-11 0 0,15 0 56,-3 2-40,1-2 0,4 1 64,1-1-88,5 0 48,6 0-8,1 0-16,1-2 24,4 0 0,0 0 0,3 0-16,5 0 0,3 0-24,-1 0 32,1 0-24,2 0 24,-1 0-16,1 0 24,0 0-8,-1 0-32,-1-4-8,2 0-8,-3 4 16,1-5 0,-3 5 41,3-4-58,-2 4-7,1-4 16,-1 4-24,-1-4-24,-1 4 16,-1-4 0,1 4 0,-3-4 16,1 4-8,-5 0-16,2 0 24,-1 0-16,-1 0 16,-2 0-16,2-4-16,-3 4 40,-1 0-32,-2 0 0,-2 0 16,0 0 0,0 0 8,-4 0 24,0 0-8,-5 0-32,1 0 24,0 0-8,0 0-32,-3 0 24,-3 0-16,0 0 16,-1 0 16,1 2-32,-1-2 16,-11 2-16,13 0 0,-14 0 88,17-2-56,-17 2 0,1 0-8,-1-2-16,0 2 40,10 0 8,-16-2-24,5 2-24,-1 0 24,0-2 8,0 2 8,2-2 40,-2 0-48,0 0-8,0 2 40,1-2-48,-1 0 16,-4 0-8,0 0 56,0 0-16,4 0 16,-4 0-24,0 0-40,0 0 32,0 0 32,4 0 0,-4 0-16,0 0-16,0 0-8,0 0 32,0 0-32,0-4 0,0 4 24,0-4-32,0 0 48,0 0-32,0 4 0,0-4 0,0 0-16,0 0 40,0-1-40,0 1-16,-2 4 32,0-4 8,0 0-24,0 0 16,-4 0-32,1 0-16,-1-1 32,4 1-40,-4 0 16,0 0-8,0 0 16,-1 0 56,-1 0-40,0 0-8,-11-1 32,13 5-40,-12-4 40,11 4-24,-13-4-32,3 0 32,1 4-8,-1-4 16,1 4-16,-3-4-16,0 4 0,-1 0 8,-1-4 8,1 4 16,-3 0-8,-2 0 8,0 0 8,1 0 0,-3 0 32,0 0-48,-4 0 32,0 0 0,0 0-40,0 0 40,0 0-40,-2 0-32,0 0 88,2 2-16,0-2-8,-2 2 32,0 0-88,0-2 40,2 2 8,0 0 8,0 0-8,2 0 0,0 0 0,0 0 16,2 0-8,1 0-40,1 0 16,2 1 0,2-1-8,1 0 16,3 0-16,1 0-24,10 2 48,-3-2-16,1 0-16,0 0 16,2 0-32,-1 0 40,5 0-40,0 0-24,0 0 0,0 0 8,2 1 32,0-1-8,4 0 16,0 0 0,3 0 8,-1 0 24,12 0-16,-11 0-24,13-2 32,-3 0-32,-1 0 40,3 0-24,2 0-16,1 0 24,3 0-40,2 0 32,2 0-16,0 0-16,2 0 24,2 0 8,0 0-24,0 0 16,0 0-56,2 0 24,0 0 16,0 0-16,2 0 8,0-4-16,1 4 32,1-4-16,0 4 16,0-4-16,-2 4-8,1-5 24,-1 5 8,-2 0-8,-2 0 0,0 0-32,-2 0 16,0 0-16,2 0-8,-4 0 24,-2 0-8,-1-4 40,1 4 0,0 0-32,-6 0-8,-3-4 16,-1 4 8,-1 0 56,1 0-8,-11 0 16,0 0-64,0 0 0,11 0 0,-13 0 8,0 0 24,-4 0-16,4 0 16,-4 0-24,4 0-8,-4 0 40,0 0-40,0 0 0,0 0 24,0 0-56,0 0 40,-2 0-16,0 0 24,0 0 8,0 0-8,0 0-48,-4 0-8,2-4-8,0 4 0,-3 0 16,1 0-24,-2 0-16,0 0 0,-1-4 40,1 4-40,-10-4-16,11 4-8,-9 0 8,12-4 24,-4 4 16,-11-4 24,13 4-8,-11 0 24,11-5 24,-12 5-8,9 0 16,-9-4 0,11 4 8,-11-4-16,10 0 0,-13 0-8,4 0 0,9 4 32,-12-4 0,3 0-16,-2-1 0,1 1 0,-1 0 0,1 0-8,-3 0 32,0 0-16,1 0 16,-1-3-8,-2 3-16,1 0 16,-3-2-8,0 2 8,0 0 24,1-2-32,-3 1 32,-2-1 0,0 2 0,0 0 16,0 0-24,-2-2 8,0 2 0,0-1-8,0-1 0,-2 2 32,0-2-48,-2 2 8,0-2 0,0-1-40,-4 3 40,0 0 32,-5 0-24,1 0 8,-1 0 8,-1 0-40,0 4 16,-1-5 16,1 1-16,-3 4-32,1-4 0,-3 4-24,1-4 0,-1 4 32,1-4-8,-1 4 32,-2-4-16,1 0 8,-1 4-16,1-4-24,-3-1 0,2 5 0,1-4 32,-3 4 0,4-4 24,1 0-48,-1 0-24,3 4 24,-3 0-16,1 0 32,-1-4 8,5 4 0,-5 0 32,-16-4 24,0 4-8,6-4-16,13 4-24,6-5-16,7 5 24,1-4-8,7 4-16,-1-4 56,-2 4-48,6-4-16,5 4 8,-3 0-24,2 0 16,3 0 8,8 0-8,-9 0-56,13 2 64,-2-2-8,0 2 16,1-2 16,3 0-72,0 0 0,2 0-8,0 0 40,0 2-40,0 0-8,4 0 24,3 0 8,11 0 48,-12-2 8,21 0-24,-6 0-8,4 0 32,1 0 8,8-4-8,5 0 0,2 0-32,2 4 0,9-4 24,0 0 8,1-2-48,3-1 24,2 1 8,0 2 8,-3-2 24,1 0-16,0 0 24,-2-1 32,-1 3-16,-1-2-8,-1 0-16,-1 0-64,2-1 64,-3 1-16,3 0-32,-3 0 48,3-11-16,-3 17 0,1-6 40,-7-10-48,-3 16-16,-3-7 32,-2 1 32,0 2-40,0-2 9,-4 0-25,-4 0-16,0-1 40,-5 3 0,1-2-32,-6 2 16,-11 0 8,10 0 8,-12-3 40,13 3-8,-17 0 16,0 0 16,0 4 8,0-4-32,0 4 40,0 0-48,0-4-8,-2 0 0,-2 4-72,-4-4 0,-11-1-24,2 1 56,1 0-8,-5 4-48,-3-4-16,-3 4-16,-6 0-8,0-4 80,-2 4-24,-3 0-32,-1 0 40,0 0-16,-4 2 0,-1 0-8,1 2-8,-5 0 0,1-2 16,-1 0 8,1 3-16,-1-1-40,1 0 32,-1 2-8,1-2 16,-3 0-16,5 0 0,-2 0-8,-1-1 0,3 1 24,-1 0-24,-1 0-1,-1 0-7,7 0 56,0 2 8,6-1 16,-3-1 0,1 2-16,8 0 16,-2-2-24,9-2 8,3 0-8,-2 0 0,13 0 40,0 0-16,2 1-16,4-1 0,2-2-40,0 0 0,0 2-24,0-2-40,4 2 32,0 0 32,0 0 16,2 0 24,15 0-32,-15 0 24,15 0 24,-3 0-8,5 0-8,4-2 0,2 0-24,4 0 16,0-4 32,6 0 24,2 0-24,3 0 24,-1 0-8,0-3-48,3 3 72,-1-2-56,-1 0 64,1 2 0,0-2-7,-1 1-9,1-1 0,-1 0 32,1 2-16,0 0 56,1-2-64,-3-1 0,1 1-32,-3 0 16,-4 0 0,0 0-64,-4-1 32,0 1-16,0 0 40,-6 2 0,-4 0 16,-3 0-32,-3 0-16,-1-1 48,1 1-16,-13 0 24,2 0-16,0 4 0,-1-4 16,-5 4 24,0-4 16,0 0 8,0 4 0,-2-4-64,-3-1 0,-1 1-40,-2 0-40,-11-2 40,13 2-32,-19-2 0,7-1 0,-3 1 56,-6 2-96,1 0 56,-5 0 0,-9 0-104,1 0 104,-8-1-24,-5 1 32,5 0-32,-5 0-8,2 4-32,3-4-24,-3 0 64,1 4 40,-1 0-56,-3 0-16,-3 0 64,2 0-104,-2 0 40,3 0 16,1 2-48,-2 0 80,5 0 32,-1 0-8,3 0 24,6 0 24,-3 0-24,7 0-16,4-2-8,2 0 48,4 0-32,4 0 56,7 2-56,10-2-80,0 0 64,-1 2-40,3 1 32,2-3-8,2 2-40,0 0 8,0 0 24,0 0-40,6 2 32,1 0-24,11-2 8,-12 2 80,17-2-48,0 0 32,4 0-40,2-2 0,6 0 48,6 0-24,6 0 0,5 0-8,6 0-32,0-4 56,4-2 8,-1 0 24,1 0 16,2 0 16,-4-1 24,2 1-72,2 2 64,-2-2-24,-2 0-8,2 1 48,0 1-32,0-2-24,0 0 48,-2 0-32,-5-11 48,1 17-56,0-6 0,-7 0 24,3 0-32,-7-1 56,3 1-48,-7 0-8,-4 0-16,-4 0 0,-4 2 64,-2-3-24,0 3 56,-6-2-56,-17 2 8,2 0-24,-2 0-24,-4 4 88,0-4 24,-4-1 56,0 5-88,2-4-56,-4 4-96,-13 0-88,11-4 56,-19 0 0,6 0 8,-1 0 24,-9 4 0,-2-4 32,-11 4-56,-7 0 96,-3 0-112,-6 2 24,-6 2 24,2 0-88,-2 0 40,0 2-40,0 0-32,-4 1 40,-1-1 40,-1 0-88,-2 0 16,4 3 56,-1-3-56,-1 2 16,0-2-16,-2 0-48,-1 3 80,3-1 64,0 0 0,6 0-8,2 1-8,4-3-32,4 0 40,4 0 16,1 0-120,5-1 8,1-1-16,4 0-64,4 0 48,4 0-72,6 0-64,2-2-97,8 2-135,1 1-56,10-1-24,-3 0 48,3 2 152,4 0 88,2 11 16,0-11-72,0 12-480,0-18 864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4:28.926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17 106 928,'0'0'0,"0"-4"232,0-3-136,0 1-16,-2-10-16,0 16 16,2-6-24,0-1-24,0 1 16,0 2 0,0 0 0,0 0-8,0 0 0,-2 0 0,0-1 16,2 1 16,0 0-8,0 0-16,-2 0 16,0 0 24,2 4 0,0-4-32,0 4 8,0 0 8,0-5 0,0 5 72,0 0-88,0 0 0,0 0-16,0 0-8,0 0 0,0 0-16,0 0-8,0 0 8,0 0-8,0 0-24,0 0-24,-2 0 56,2 3 16,0 1-40,0 0 0,0 0 16,0 0-16,0 2-16,0 0 8,0 1 0,0-1 32,0 2 0,0 0-8,0 1-48,0 7 32,0-10 64,-2 3-40,2 7-8,0-10-24,0 3-64,0 7 80,0-10 8,0 0-8,0 3 32,0-1-48,0 8 24,0-11-8,0 3-40,0 0 32,4 0-8,-4 1 16,4-1 80,0 8-72,0-11-24,0 3 0,-4 0-32,4 0 8,0 1-16,-4-1-8,0 0 0,0 0-16,0 1 0,7-3-32,-3 0-8,0 0 16,0 2 0,-4 9 0,4-11 40,0 2-8,0 9 0,3-11 16,-1 11-40,0-11-8,0 2-32,-2 0-32,1-1-984,-5-7 1152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4:40.830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2003 188 592,'0'0'0,"-4"0"208,0 0-88,0 0-40,0 0-40,0 0 8,1 0 0,1 0 16,0 0-24,0 0-8,0 0 0,2 0-8,0 0 0,-2 0-8,0 0-8,0 0-8,0 0 16,2 0 0,0 0 16,-2 0 0,0 0 8,-2 0-8,0 0-16,-1 0-8,-1 0 16,0 0 8,2 0 0,0 0 8,0 0-32,0 0 0,-1 0 16,1 0 0,0-4 24,0 4-40,0-4 0,0 4 72,0-4-64,2 4 0,-3-4 0,-1 4-72,0-4 64,0-1 16,0 5 8,-1-4-8,1 4-16,0-4 8,0 4 0,0-4 0,-3 4 0,1-4-8,0 0 16,0 4-24,-9-4 16,11 4 0,-2-4 0,-11-1 32,13 5-24,-11-4-16,11 4 24,-14 0 56,11-4-48,-11 4-8,13 0 24,-11-4-64,10 4 24,-13 0 24,13 0-64,-13 0-8,13 0 32,-13-4 32,5 4-8,-1 0 0,1-4-8,-3 4-24,0 0 32,1 0-16,1 0 24,9-4-48,-17 4-40,7 0 24,1-4 0,-3 4 16,3 0 24,1-5 8,-1 5 24,-2 0-32,3 0 8,-1-4 24,-1 4-40,-1-4 24,-1 4-8,-1 0-40,0 0 16,3 0 16,1 0-8,1-4 16,-3 4-24,1 0-8,-1 0 24,0 0 0,3 0 24,-1 0-24,1 0-24,8 0 0,-13 0 0,13 0 16,-11 0 0,13 0 0,-13 0-8,13 0 0,-15 0-8,13 0 16,-10 0-16,9 2 16,-9-2 40,12 0-56,-11 0 16,11 0-16,0 2-8,-3-2 24,1 2 8,-8 0-16,9 0 24,1-2-16,-2 0 0,2 2 16,2-2-48,0 0 40,2 0-8,-1 0-16,1 0 32,0 0-32,0 2 16,2-2-8,0 3 24,0-1-40,0-2 0,0 2 16,0 0-32,4-2 32,3 2 16,-1 0-40,0 0 32,10 0 8,-11-2 24,11 2 0,-10-2-24,13 2 16,-13 0-56,17 0 48,-17 0-8,21 0-24,-9 0 24,1-2 0,2 2 16,-3-2-24,3 0-8,2 3 16,-1-3 0,1 2 0,0-2 48,-1 2-72,1-2 16,0 0 32,0 0-40,3 0 24,1 0-24,-2 0 40,2 0-32,0 0 0,2 0-16,-1 0 16,-3 0 16,0 2 8,2-2 32,-2 0-72,1 0 0,3 0 16,-2 0 8,-2 0-16,4 0-8,-4 0 0,-1 0-24,1 0 24,-2 0-16,2 0-16,-3 0 24,3 0 8,-2 0 24,2 0-8,-1 2-8,-5 0 16,0-2-24,-1 0 0,1 0-8,-1 0-8,1 0 16,-3 2 8,1-2 16,2 0-8,-1 0-8,-1 0 8,-11 0 0,17 0 16,-17 0 0,12 0-32,-12 0-8,11 0 0,-13 0 0,2 0 16,11 0 32,-13 0-32,2 0 16,11 0-8,-13 0-24,0 0 16,0 0 8,0 0 24,0 0-8,0 0-8,-4-4-8,5 4 8,-5 0 0,4-4 16,0 4 0,-4 0 0,4 0 32,-4 0-8,4 0 8,-4-4 0,0 4-16,0 0 8,0-5 24,0 5-16,0 0 0,0-4 16,0 4-8,0 0-16,0-4 0,0 4-24,0-4 0,-2 0 24,0 4-8,0-4-16,0 4-8,-2-4 8,0 4 8,-1-4 16,3 4-8,-2-5-40,-2 1 40,2 0-40,-2 4 8,0-4 8,-1 4-24,-1-4-8,0 0 48,0 4-24,-11-4 24,13 4 0,-15 0-16,13 0 32,-11-5-32,13 5 16,-14-4-24,11 4 8,-16 0-8,7 0-8,1-4 8,-3 4 0,-1-4 48,2 4 0,-1 0-56,1-4 8,-1 4 16,-3-4-8,2 4 72,3-4-56,-3 0-64,0 4-16,-3-5 48,-3 1 40,4 4 8,0-4 8,1 4-40,-1-4 32,-4 0-32,0 4-8,0-4-16,-1 0-40,1 4 72,4-4-48,0 4-24,1-5 32,-1 5-16,-2 0 40,4 0 0,3 0-40,-1 0-24,3 0 0,-1 0 24,9 0 16,-11 0-24,13 0 40,-12 0-40,11 0-32,-1 0 8,0 0-56,0 0 24,-1 2 16,3 1 40,0-1-32,2 0 24,2 0-16,2 0-16,-2 0 24,2 0 32,0 0-32,0 0 8,0 0 24,0 0-16,4 0 32,0 2-16,0-2-16,2 1 56,1-1 0,11 0 0,-14 2-16,17-2-24,-17 2-8,15-2 32,-3 0 0,-10 2-16,19-2 0,-6 0 8,-1 0-16,3 0 40,2 1 8,-3-1-32,3 0 48,0 0-64,-1 0 24,1 0-16,0 0 0,0 0 16,1 0-16,-3 0 8,2-2-16,-3 0 24,3 2 16,0 0 0,-1 0-16,-1 0-8,-2 0 0,-1-2-16,1 3 8,-1-1 8,-1 0-40,-1 0 40,1-2 32,-11 2-48,13 0 32,-13-2-24,0 2-16,0 0 56,11-2-24,-17 2 24,6-2 0,-2 0-8,-4 0 8,0 0 8,0 0 16,0 0-8,-2 0 16,0 0-16,-4 0-24,0 0-8,-1 0-16,-9 0 16,12 0 32,-13 0-16,9 0 8,-13-4-24,1 4 16,-3 0 32,2 0-32,-3 0 8,-3 0-16,0 0-16,-2-4 40,-2 4-32,0 0-8,-2 0 24,0 0-16,0 0 0,-6 0-32,2 0 16,-3 0-24,1 0 32,2 0 40,-2 0-64,-3 0 8,3 0 56,-2 0-88,0 0 24,3 2 0,-1 0-64,0 0 80,2 0-16,-2 0 0,-1 0 0,-1 0-8,-2 2 24,1 0 8,1-1-16,-2-1-16,6 0-8,0 0 0,1 0 8,5 0 24,-2 0-16,2 0-8,9 0 8,-1 0 0,7 0 8,9 0 8,-11 0-16,14-2 24,-5 2 8,-7 0-40,12 1 16,0-3-24,2 2-16,2 0 8,0 0 0,0 0-8,0 0 8,0 0 16,0 0-8,0 0 0,4 0-16,2 0 24,0 0 32,13 0 16,-13 0 8,19 0-16,-19 0-24,19 1 56,-9-1-8,1 0 0,3 0 16,3 0-40,0 0 16,3 0 16,1 0-48,0 0 16,2-2 16,-2 2-24,2 0 32,2 0-16,0-2-40,2 0 48,0 0-16,-2 0 0,2 0 16,-2 0-24,0 0 24,-2 0 8,0 0-16,-1 0-8,1 0 0,0 0 8,-4 0 16,-2 0-16,-3 0 0,1 0-16,2 0 16,-3 0-24,-1 0 0,0 0 8,-13 0 8,14 0 16,-13 0 16,-1 0 0,0 0 0,0 0 16,-2 0 16,0 0 8,-4 0 0,0-4 0,0 4 16,0 0 16,0-4 0,0 4-40,-2-4-24,-2 4-8,-2-4 40,0 4-32,-2-4-8,-1-1-32,-7 1-8,10 4 40,-11-4-48,1 4-8,-3 0-16,0 0-8,-1 0 40,1 0 8,-4 0-40,1 0 24,-1 0 0,-2 0-8,1 0 24,-1 0-16,0 0-16,-2 0 24,0 0 16,-2 0-48,0 0 16,1 0-16,-8 0 0,1 0 48,0 0-32,0 0-8,2 0-8,2 0 0,0 0 24,2 0-16,0 0 8,1 0-8,1 0 0,0 0 8,0 0 0,0 0-16,0 0 16,0 0 24,3 0 0,-1 0-16,2 0-16,5 0 8,-1 0 0,3 0 8,-1 0-24,1 0-32,9 0 0,1 0-8,0 0 8,4 0-16,0 2-32,0 0 16,2 2 16,0 1-8,0-1 32,4 0 16,0 0 32,0 2 24,2 0-16,11 1-16,-11-1-16,13 0 24,-13 0 0,19 0 16,-9 1-8,3-1-8,-1 0 72,3-2-64,2 2 24,3 0 0,3 1-72,0-3 48,4 0 24,-2 0-24,2 0 24,0-2 8,-2 2-24,2 0 48,0-1-24,-2 1 16,4-2-32,1 0-8,-1 0 8,-2 0-32,-2 0 24,2 0-8,-2-2 16,-2 2 16,-3-2-16,-1 2-8,-2 0 0,2 0 16,-3 0-8,-3-2 16,-3 2-24,-9-2-8,11 3 56,-14-3 0,3 0 32,-1 0-40,-2 2 24,-4 0 16,0-2 24,0 0 40,0 0 8,0 0-32,-2 0-24,0 0-32,-4 0-32,-1 0 16,-9-4 32,10 4-16,-11-5-32,1 1-40,-1 4-16,-2-4 0,-1 4 48,-1 0-32,-2-4-16,-3 4 8,-1 0-24,0 0 56,-6 0-32,0 0 32,-2-4-40,2 4 16,-2 0 0,0 0-40,-5 0 8,3-4 0,0 4 8,0 0 8,2 0 8,-2 0-48,2 0 48,1 0-32,1 0 40,0 2-8,2-2-56,0 0 24,3 0 16,-1 0 0,0 0 16,2 0 0,2 0-32,0 0 24,9 0 24,10 0-24,-11 2 24,13-2-32,-2 0-16,0 0 0,4 0-40,2 0-8,0 0 8,4 0-24,0 0 16,0 2 40,2 0-8,0 0 32,1 0 16,11 0-16,-12 0-8,19 0 16,-6 0 32,1 0-8,5 1 8,2-1 8,0-2-24,4 0 32,2 0 16,2 2-32,2 0-24,-2-2 8,0 2 24,2-2 16,1 0 40,1 0-56,0 0-16,0 2 16,3 0-24,-1 0 8,-2 0-8,2-2 16,1 0 24,-1 0-8,-2 0 0,-4 0-32,0 0 16,0 2 24,-2-2-32,-2 2 24,-2-2-32,-6 2-8,2 0 16,2-2 0,-5 0 0,1 0 16,-4 0-8,-13 0 24,17 2-16,-19-2 16,2 2 0,-2-2 0,0 2 40,0-2 40,0 0 64,-4 0 0,0 0 56,0 0-47,-2 0-41,-2 0-24,-2 0-64,0 0 40,0 0-32,-11 0-32,11 0-40,-19 0-32,7 0 32,-3 0 32,0 0 32,-4 0-80,-1 0-16,-1 0-8,-2 0-32,-2 0 64,0 0 16,-4 0-48,0 3 24,-2-1 16,-3 0-64,-1 0 40,2 0-16,0 0 24,-3 2 32,3-2-16,-2 0-32,0 0-16,1 0 0,3 0 16,0 0 24,0 0-24,2 1 8,-2-1 0,1 0 0,3 0-16,2 0 8,3 0-33,-1-2 41,6 2-8,-2 0 8,7 0-8,-1 0-16,11 0-8,0 0-24,1 0-16,1 0-16,4 0 24,0 0-56,2 1-16,0-1-8,0 0 32,0 0 16,0 0 56,6 0 48,0 0-40,1 0 64,-1 0 0,12 0 32,-11 0-8,17 0-24,-3 0 40,0 0-48,1 0 32,3 1 0,2-1-8,2-2 8,0 0-8,6 2 16,0-2-32,2 0 32,0 2-32,0-2 48,3 2-16,-1-2-16,2 0-48,0 0 0,-1 0 40,1 0 0,0 0 32,1 0-40,-5 0 24,0 0-24,0 0 24,-2 0 0,0 0-48,0 2 72,-4-2-56,2 0 32,-2 0 0,-2 2-64,-6-2 48,0 2 0,-1-2 0,3 0-8,-8 0 0,-11 0 8,12 2-8,-11-2 40,-1 0-16,10 0-24,-16 2 56,4-2 24,1 2 40,-1-2 96,-4 0-39,0 0-17,0 2-16,-2-2-112,-5 0 16,1 0-8,0 0-8,-2 0 40,0 0-40,-9 0-48,9 0 16,-15 0-32,7 0 0,-3 0 56,-2 0-64,-1 0 16,-3 0 48,-2 0-64,-2 2 48,0 0-8,-2-2-32,0 0 0,-2 2 24,0 0-48,-2 1-16,0-1 32,-2 0 24,0 0 24,-1 0-8,1 0-24,-2 0-32,2 0 24,0-2 0,2 0-8,0 0-8,-1 2-24,1-2 64,2 2-48,2-2 0,-4 0 32,4 0-56,0 2 56,2-2 8,3 0-25,1 0 17,2 2 24,0-2-40,5 0 0,10 0-16,-11 0-32,13 2 8,-2-2 0,-1 0-56,3 2-48,2 0 0,4 1 8,0-1 72,0 0 24,4 0 0,2 0 40,0 0 8,13 2 8,-15 0 40,17 0-64,-15 2 32,21-1 16,-6-1-32,-1 0 64,3 0-48,2 0 32,1 0 32,3-2-24,2 0-16,2 0-16,5 3 16,-3-3 0,2 0 32,2 0-16,-2 0-24,2 0-8,1 0 40,-3-2-16,0 0 40,2 0-48,-2 0-16,3 0 16,-3 0-32,-2 0 48,0 0 8,-2 0-16,2 0 8,-2 0-8,0 0-32,-2 0 56,0 0-8,-2 0-16,0 0 24,-2 0-64,-5 0-16,1 0 56,-4 0-8,-1 0 8,-12 0-8,15 0-24,-17 0 32,13 0 16,-13 0 24,2 0 0,0 0 16,-2 0 48,1 0 40,-5 0 25,4 0-25,-4 0 0,0 0-48,-2 0-16,0 0-24,-3 0-64,-1 0 32,0 0 24,-2-4 8,-9 4-24,11 0-32,-15-4-40,5 4-8,-1 0-8,-1 0 40,-3 0-32,-4 0 8,1 0 32,-3 0-40,0 0-16,-2 0 48,-2 0-32,-2 0 0,0 0 56,0 0-112,2 2 48,-4 0 24,2 0-16,-2 0 32,0 0-16,-2 2-56,-1 0 40,3 0 40,-2-2-48,0 0 24,2 1-24,0-1-40,0 0 48,2 0-16,2 0-8,-2 0 0,0 0 16,2 0 32,2 0 0,2-2-40,-2 2 0,2 0 8,4 0 16,5-2 8,10 2-24,-13-2 40,15 2-48,-11-2 16,15 2-32,-4-2-48,2 3-25,2-1 1,0 0 16,0 0-16,2 0 56,0 0 0,0 0 72,6 0-8,0 0-24,0 0 16,15 0-8,-15 0 64,17 2-8,-5-2 8,3 0-48,2 3 8,4-3 0,1 0 48,5 0 8,3 0-16,-1 0 8,0 0-8,2 0 0,6 0-32,1 0 8,-1 0-8,-2 0 0,3 0 8,-3 0-8,2-2 16,1 0 0,-3 3 16,0-3 0,1 0-56,-1 0 16,0 0-16,0 0 40,-1 0 8,-3 0-32,-2 2 40,0-2 0,0 0-16,-2 0 1,-4 0-58,0 0 9,-4 0 32,-1 0 57,3 0-33,-6 0-32,-15 0 40,17 0-32,-7 0 88,-9 0-16,11 0-24,-18 0 8,6 0 48,1 0 40,-3 0 72,-4 0 8,0 0-48,0 0 24,0 0-88,-2-5-32,0 5-8,-5 0-48,1-4 40,0 4 0,-11-4-72,11 4 8,-10-4-16,-1 4-16,-1-4 64,-1 4-48,-4-4-16,-1 4 32,-3 0-8,0 0-24,-2 0 16,-2 0 0,0 0-32,-2 0 80,0 0-32,-2 0-56,0 0 72,0 0-56,0 0-8,-1 0 32,1 0-80,-2 0 24,0 0 40,0 2 16,0 0 16,-2 0-40,1 0 0,-1 0 16,4 0-16,0 0 16,0 0-40,0 0 0,2 0 24,4-2 24,2 3 16,0-1-64,2 0 24,7 0 16,-1 0-32,13 0 48,-13 0-40,13 0-16,-10 0 16,12-2-80,-3 2 16,1 0-8,4-2-16,0 2 136,0 0-64,2 0-48,0 0 48,6 0-56,0 1 88,11-1 48,-13 0 16,15 0-32,-13 2 8,17-2 16,-5 0-48,1 0 64,3 0 16,3 0-48,6 0 48,0-2-56,4 0-24,2 0 8,1 0 48,1 0 16,0 0 0,2 0-8,1 0-32,1 0-16,-2 0 48,0-4-24,1 4-8,-1 0-8,0-4 8,1 4 8,-1 0-24,-4 0 40,0-4-48,0 4 24,1 0-16,-1-4-32,-4 4 16,0 0-16,0 0 16,0-4 48,-2 4-48,0 0 16,-6 0 8,1 0 0,-1 0 0,-4 0-32,-1 0 0,-3 0-24,-1 0 48,1 0 24,-11 0-24,17 0 16,-19 0-24,13 0 24,-11 0 8,10 0-48,-16 0 8,6 0 8,-1 0 16,-1 2 32,0-2-24,-4 0 24,0 0-8,0 0 40,0 0-8,0 0-32,0 0 0,0 0 16,-2 0 0,0 0-8,-2 0-24,-3 0 0,1 0 0,0 0 8,-2 0 16,-9 0-32,11 0-8,-10 0 0,7 0-32,-13 0 40,3 0-16,0 0 40,-3 0 56,1 0-80,-4 0 16,-2-4-64,-1 4 16,-1 0 32,0 0 16,-2 0 8,0 0-72,0 0 8,0 0 0,0 0-16,0 0 32,-2 0-40,0 0 16,4 0-8,-2 0 24,0 0-8,0 0-16,0 0-16,0 0-16,2 0 40,0 0-16,0 0 72,1 2-72,-3 0 16,2 0 0,2-2-40,-2 2 32,2-2 48,0 2 8,0-2-16,1 2 8,1-2-32,0 0 8,2 0 16,-1 0-8,5 2 0,2-2 8,1 0 0,10 0 16,-13 0-8,15 0-16,-4 0 8,2 0 8,-1 0-16,1 0-8,4 0-32,2 0 8,0 0 8,0 0 0,0 0 24,0 0-40,4 2 24,0 0 64,3-2 0,9 2 0,-12 0-8,15-2-40,-13 2 8,17 0 56,-5 0-32,3-2 16,2 3 8,1-3-24,3 0 24,6 0 0,0 0 8,2 0-32,0 0 32,3 0-48,-1 0-8,-2 0 32,2 0-8,-2 0 40,2 0-24,0 0-32,1 0 8,-1 0-24,-2 0 40,2 0-16,0 0-32,-2 0 32,2 0-16,1 0 0,-3 0 40,2 0-48,0 0-24,-4 0 56,0 0-40,0 0 16,-2 0 24,0 0-64,-2-5 40,0 5 8,-2 0-24,-5 0 16,3 0-16,0 0 16,0-4-8,0 4 24,-3 0-40,-3 0 16,1 0-8,1 0-16,-4 0 48,-1 0-32,1-4 24,-1 4 32,-10 0-40,17 0 8,-17 0-16,13 0 40,-15 0-24,12 0 24,-11 0-32,1-4-48,-2 4 80,2 0-16,-2 0 48,2-4-32,-1 4-48,-1 0 40,-4 0-24,4 0 0,-4 0 24,0 0-8,0 0 32,0 0 64,0 0-16,0 0-48,0 0 0,-2 0-8,0 0-8,-2 0-24,-1 0 40,-1 0-8,0 0-32,0 0 24,0 0-8,-11 0 0,11 0 8,-2 0-16,-11 0-24,11 0 16,-13 0 24,13 0 8,-13 0-24,5 0-16,-3 0 32,3 0-8,-3 0 32,3 0-24,-3 0-56,-2 0 56,1 2 0,1-2 0,-1 2-24,-1-2 24,2 2-48,1 0 40,1-2 48,1 0-112,-1 2 56,1-2-8,-1 2-24,9 0 56,-11-2-64,13 0-32,-10 0 40,11 2-24,-1-2-32,0 2-24,2-2-48,2 3 0,0-3 56,0 2 8,2 0 24,0 0 0,0 0 24,4 0 24,0 0-8,2 0 8,11 0 8,-11 0-8,15 0-8,-15 0 16,19 0-16,-7-2 8,3 0 72,1 0-88,5 0 16,2 0-16,2 0-48,0 0 72,6 2 24,3-2-40,-3 0-16,0 0 15,2 0-23,0 0 32,-2 0 0,3 0-24,-3 0 24,2 0-8,-2 0 8,0 0-24,-1 0 0,-1 0 8,0-4-8,0 4 16,-2 0-32,0 0 24,0 0 16,0 0 64,-2 0-40,-2-4 16,-7 4-24,3 0-32,-2 0 40,2 0-40,-3 0 32,-5 0 16,-1 0 16,3 0 16,-2 0-8,-11 0-16,0 0 32,13 0 16,-13 0-16,10 0-16,-12 0-16,-4 0 25,5 0 7,1 0 56,-2 0 8,-4 0 64,0 0-16,0-4-40,0 4-8,0 0-72,0 0-8,0-4 0,0 4 24,-2-4-24,0 4-8,-4-4 8,-1-1-32,1 5-48,0-4 56,0 0-40,-13 0 48,11 4 24,-11-4-24,11 0 56,-13 0-96,3 0 0,-1-1 0,3 5 24,-1-4 8,-1 4-8,-3-4 40,0 4-64,3 0 64,-1 0-16,-1 0 8,-3 0-8,0-4-16,3 4 32,-3 0 24,2-4-40,-2 4-16,3-4-8,-1 4-56,0 0 48,3 0-16,-3 0 16,3 0 80,1 0-88,9 0 8,-15 0-64,15 0-32,-11 0 72,13 0 16,-2 0 32,-9 0-64,13 0-16,-2 2 8,0 0-32,0 0-8,2 0-24,-1-2-32,1 2 88,2 0-40,2 0 24,0 0 16,0 0-56,0 0 72,4 0 16,1 1 0,-1-1-16,2 0 0,10 0 8,-12 0 32,13 0-24,-13 0 0,17 0-16,-15 0 0,19 2 40,-7 0-24,3-2-8,2 0 0,3 1-24,1 1-8,0-2-9,2 0 25,2 0 16,2 0 48,-2-2-8,0 0-16,-2 2 16,0-2-56,4 2 56,0-2-32,-2 0-16,-2 2 56,0-2-40,0 2 32,2-2-8,-5 0-56,-1 0 48,-2 0 16,2 0 0,-3 0-24,-1 2 0,-2-2 0,-1 0 0,1 0 72,-1 0-56,-12 0-8,15 0 8,-15 0-8,13 0 40,-13 0 0,0-4-32,0 4 48,1 0 8,9 0-16,-16 0 25,0-4-25,0 4 32,0 0 8,4 0 24,0-4-32,-4 4-24,0 0 32,0-4-56,0 4 32,0 0-64,-2 0 8,-2-4 24,2 4-24,-2-5-8,-2 5-16,-2 0-24,-9 0 16,13 0 32,-4 0 32,-11 0-16,3 0-16,-1 0 0,1 0-24,-1 0 16,-6 0 8,-1 0 40,1 0 16,-2 0-24,2 0-8,-1 3-56,-5-1 16,0-2 16,4 2 8,-2 0-8,-2 0-56,0 0 16,1 0 24,1 0 0,2 0 8,-2 0-8,0 0-16,2 0 0,1 0 24,-1 0-8,-2 0-24,-2 0 32,4 1 24,3-1-8,-1 0 0,0-2-8,3 0 16,3 2 8,11-2-32,-15 0-40,15 0 0,-10 2-8,13 0-8,-3-2 0,0 2-81,0-2-15,2 2 32,2-2 0,2 2 32,0-2 32,0 2-32,0-2 72,6 2 8,0 0-24,11 0 40,-13 0-48,12 0 40,1 1 24,3-1-32,1 0-8,2-2-16,4 2 8,6-2 0,2 0 24,-2 0 16,0 0-40,4 0 24,2 0 16,2 0-64,-1 0 64,1 0-32,0 0 24,5 0 16,-1 0-48,-2 0 32,1-4 0,1 4-8,1-5 24,-3 1 8,-2 4-16,1-4 40,-1 4 8,2-4-8,-1 0-8,-5 4-16,-2-4-8,2 4-24,-2 0 8,-2 0 0,-6-4 0,-2 4 48,2 0-8,-1-4-40,1 4 16,-8 0-8,-1 0 8,-1-5 16,4 5-48,-3 0-24,-1-4 16,-1 4 0,1-4 24,-1 4 40,-10-4-40,1 4 40,9-4 8,-12 4-32,2 0 16,1 0-16,-3-4 24,-4 4 0,4 0 24,0 0-16,0 0-8,-4 0 8,0 0 8,0 0-32,0-4 0,0 4-16,0-4-16,-2 4 48,2 0-48,0-5 24,-2 1-32,-4 0 0,-2 4 8,1-4-8,1 0 8,-2 4 0,-11-4 8,13 4 16,-2 0 16,-13 0-64,13-4 8,-17 4 16,9 0-24,-1 0 32,1 0-32,-3 0-40,0 0 8,3 0-8,8 0-56,-15 0 96,4 0-40,3 0 8,-1 0 48,1 2-96,-3-2-16,-1 2 40,-1-2-40,2 2 32,3-2 0,-5 2-48,1-2 48,-1 2 32,2 0 8,1-2 32,-3 0-8,3 2 0,1-2 16,11 2 8,-13-2-32,13 2 0,-10-2-16,13 2-8,1 0 8,0-2-8,-2 2-32,2 0 8,0-2 24,2 3 16,0-1 24,0 0-8,0 0 24,4 0 8,2 0 0,11 0 24,-13 0-24,2 0 8,19 0 0,-6-2 8,-1 0-8,5 2 0,2 0 0,2-2-16,1 2 8,1-2-8,0 0 0,2 2 40,4-2-8,2 0-8,1 0 0,-5 0-40,2 0 32,4 0 16,-2 0-24,0 0 16,-4 0 0,-2 0 16,0-4 32,2 4-16,-4-4-32,-2 0 24,-8 4 0,-3-4 8,1 4 32,-11-4-40,17 4-16,-7-4 24,-10 4 0,13 0-48,-13-5 56,13 5 0,-13 0 0,12-4 16,-11 4-8,11-4 8,-14 4 24,13 0 48,-13-4-56,0 4-8,0-4-56,-4 4-8,4 0 16,-4-4-24,0 4 8,0-4-8,0 0 8,-4 4 0,-2-5 0,0 5-56,-11-4 16,11 0-56,-10 4 64,-3-4 56,-4 4-96,-4-4 96,1 4-40,-3-4-8,2 4 32,0 0-32,0 0-24,0 0 16,5 0 24,-1-4-24,0 4 24,-2 0-32,3 0 48,3 0 32,3 0-64,-5-4 40,0 4-24,3 0-8,1 0 24,9 0-56,-13 0 24,13 0-32,-10 0 16,13 0 0,1 0-64,-2 0 16,2 0-32,2 0 24,0 2 24,2 0-16,-2 0 16,0-2 16,2 2-16,0 0 24,4 0-8,-4 0-8,4 0 32,2 0 0,15 0 32,-15 0-24,10 0-16,-9 0 16,17 0-16,-5 0 24,0 1-16,-3-1 16,1 0 8,1 0-8,3-2 0,-3 0-16,1 0-8,0 0 8,-3 2 32,-10-2 40,21 0-40,-6 0-8,-3 0 48,-1 0-88,-1 0 64,-9 0-32,15 0-24,-5 0 40,-1-4 8,3 4-24,-3-4-8,1 4 32,-1-5-24,1 5 40,0-4-8,-11 4-16,16-4 8,-5 0-16,-1 0 8,-9 4-24,13-4 16,-14 0 40,11 0-8,-13-1 16,2 1-24,1 0-24,-1 0 24,0 4 8,0-4-8,-2 4 0,0-4-24,-4 4 8,4-4 8,1 4 16,-5-5-16,0 1-24,0 4 16,-2-4-40,-1 4 24,-1-4-8,-2 4 0,0-4 8,0 4 8,-2-4 32,-11 4-40,13-4 16,-13 4-8,13 0 0,-15-4-32,13 4 8,-23 0 32,2-5-40,0 5 48,0 0 40,-2 0-88,5 0 16,1 0-8,4 0-40,3 3 56,-1-3 24,2 2-8,9 0 16,-10 0-40,14-2-40,-5 0 16,1 2-16,0 0 16,4 0 24,2 0-72,-1 0 8,-1-2 0,2 2 48,2 0 8,0 0-8,0 0-8,0 0-32,0 0 48,0 0-8,4 1 56,-4-1-40,5 0-40,-1 0 32,2 0-40,10 0 16,-11 0 32,1 0 8,14 0-8,-13-2 64,15 0-32,-16 0-80,15 0 56,-15 0-24,11 0 8,-13 0 48,12 0-48,-11 0 16,11 0 32,-12 0-24,13 0-24,-13 0 0,14-4-24,-11 4 40,13-4 16,-14 4 0,17-4-24,-17 4 32,17-4-32,-17 4-24,15-5 16,-15 5-8,15-4 32,-15 0 8,13 0 0,-13 0-8,10 0 16,-10 0 24,11 0 16,-13-1-24,2 1-16,0 0 0,11 0-8,-13 0 8,0 0 16,2 0-40,-1-1 24,-1 1-16,0 0-16,0 0 16,-4-2-24,4 2 32,-4 0 8,0-3-24,0 3-16,0 0 0,0 0 0,0 0 24,-2 0 0,-4-2-16,0 1 8,-1 1 16,1 0 48,0 0-40,0 4-24,-11-4-40,13 4-24,-4-4 64,-9 4-16,11 0 32,-10 0-8,10 0 8,-3 0 16,-7 0-32,10 0-16,-11 0 0,11 0 8,-2 0 0,-9 2-16,11 0-8,0 0 8,0 2 8,-1-2 16,1 2-24,-2-2-8,2 0 0,-1 3 16,5-3 24,0 2-24,0-2 0,0 2-8,2 0 0,0 0 8,0 0-16,0 1 8,0-1 0,4 0 8,0 0 8,1 0-24,-1 0 0,2 0 32,0 0 24,0 3-16,1-3-8,-1 0-8,10 0 0,-12 0 16,13-2-16,-13 2-8,13-2-16,-13 0 24,14 1 16,-12-1 0,13 0-8,-15 0-16,17 0 24,-15 0-24,13 0 40,-15-2-16,12 0-8,-10 0 8,13 0-16,-15 0 8,13 0-8,-13 0 24,2 0 0,10 0 8,-11 0 8,-1-4 0,2 0 0,0 0 16,0-1-32,0 1-8,1 0-24,-1 0-16,0 0 56,0 0 0,-2 0-16,1-1-24,-5 1 0,4 0-8,0 0 8,-4 0 8,0 0-32,0 0 8,0 0 24,0-1-16,0 1 8,0 0 16,-2 0-16,0 0 8,-2 4 8,-3-4-40,1 4 24,0-4 16,0 4-16,0 0 0,-1 0-8,-9 0 0,12 0 8,-2 0 16,-11 0-8,11 0 8,-13 0 8,13 0 8,-13 2 24,13 0-56,-14 0 32,13 0-16,-11 2-24,12 0 40,-11 0-40,11-2 0,-11 3 40,13-1-32,-2 0-16,0 0-8,0 0-16,0 0 32,-1 0 56,1 0-16,2 1-32,2-1-8,0 0-32,0 0 32,2 0 40,0 0-24,0 0 8,0 0 0,0-1 0,0 1 24,0-2-8,0 0-24,4 0-8,2 2 0,0-2-16,1 0 16,-1 0 8,0 0-8,0-2 24,13 0 8,-15 0-24,2 0 8,11 0 8,-11 0-8,12 0 0,-12 0-8,13 0-8,-13 0 16,15 0 16,-15-4-16,13 0 16,-15 4 0,14-4-8,-11 0 24,11 0-24,-14-1 0,13 1 24,-11 0-24,11-2-8,-11 2-8,0-2-40,12 2 24,-13-1 72,1-1-56,0 2 16,0-2-32,11 2-48,-17 0 80,6 0 0,-2-1-16,0 1 0,0 0-24,-4 0 8,4 4 24,-4-4 8,0 0 8,0 4-24,0-4-32,0 4 32,-2 0-16,-2 0 56,0 0 0,0 0-16,-2 0-16,0 0-40,-1 0 32,1 0 40,-2 0-24,-9 0 0,13 2 8,-4 0-40,-8 0 48,9 2-8,-9 0-32,10 0 8,-3 0-8,-7 0-8,10 1 8,-11 1 0,11-2 0,0 2 8,-3 0 24,1-2-24,0 1 0,0 1 40,-1 0-16,3 0-8,0-2 0,0 2-40,0 1 16,-1-3 16,3 2 0,-2-2 16,0 2-32,2 0 8,2-1-8,0 1-16,0-2 0,-2 0 8,1 0-8,1 2 8,2-1 8,0-1-16,-2 0 8,2 0 8,0 0-24,0 2 16,0-2-8,0 0 8,0 1 32,0-1 8,4 0-32,-4-2 0,5 2-16,-5-2 8,4 2 24,0-2 32,0 0-40,0 0 0,0 1 8,0-1-16,0 0 24,1 0 16,-1 0-16,2-2-8,0 0 8,0 0-24,-2 0 16,1 0-8,-1 0 24,2 0-8,-2 0 8,0 0-8,0 0-8,0 0 0,1 0-8,-5 0 16,4 0-8,-4-4 16,0 4-8,4 0 0,-4 0 16,0-4-40,0 4 24,0 0-24,0 0 24,0-5-32,0 5 16,-2 0 16,0 0 0,-2 0 0,-1 0-8,3 0 8,0 0 8,-2 0-8,0 0-8,-2 0-8,0 0 8,2 0-16,-3 0 32,1 2-8,0 1-8,0-1 16,0-2-8,-1 2 16,1-2-16,-2 2-8,2 0 0,0-2-8,-1 0-8,1 0 16,0 0 16,0 2-24,0-2 40,-1 0-32,3 0-16,0 0 8,2 0-8,0 2 8,0-2-8,0 0 0,0 0 8,0 0 16,2 0-16,0 0 16,0 0-16,0 2-8,4-2 8,0 0 8,2 0-32,0 0 40,1 2 0,9-2-16,-16 0 16,6 2-24,11-2 32,-13 0-32,14 2 8,-13-2 16,11 0-40,-12 0 48,15 0-16,-15 0 0,15 0-16,-15 2 24,12-2-8,-12 0 24,3 0-8,9 0-16,-12 0 0,2 0 8,11 0 8,-13 0 32,0 0-16,2 0-8,-2 0 24,1 0 0,-1 0-8,-4 0-8,0-4 0,4 4-24,-4-4-16,0 4 0,0-4-24,-2 4 56,0 0-8,-4-4 0,-1 4-16,-1-4-8,-8 4 0,9-5 16,-1 5 16,-10 0-32,11-4 16,-9 4 24,10 0-32,-15 0 8,4 0 8,9 0 0,-12 0-32,11 0 32,-13 0-24,13 0-16,-11 0 48,11 0-24,-11 0 8,12 0-8,-13 0-16,13 0 24,-11 0-16,13 0 8,-15 0 0,5 0-48,7 0 32,1 0 0,0 0-8,2 0 0,-3 2-32,3 0 24,0 1 16,2-1 24,2 0-24,0 0-16,0 0 24,2 0-8,0 0 16,0 0-8,4 0-16,0 0 16,0 0 16,0 0-16,0 2 16,1-2-16,-1 3-16,2-3 8,0 2 8,0-2-24,0 0 32,1 0 16,-1 0-24,10 0 8,-16 0 0,7 0 0,9 0 24,-12 0-16,13 0-32,-13 0 16,2 1 8,11-3 8,-13 2-8,2-2-16,0 2-24,11-2 32,-13 0 16,2 2 32,0-2-40,0 0 0,0 2-8,1-2-8,-1 0 24,0 0 8,0 0-24,-2 2 8,0-2 16,1 0-8,-1 0 0,0 0 32,0 0-48,0 0 8,0 0 8,0 0-64,1 0 72,-1 0-24,0 0 32,-4 0 0,4 0-32,0 0 16,0 0 8,0-4-16,0 4-8,1-4 8,-1 4-8,2-5 0,-2 5 16,2-4-16,-2 4 8,3-4 8,-1 0-8,0 0 8,0 0-8,0 0 16,0 0 0,11-1 16,-17 1-24,6 0 8,0 0-8,1 0 8,-1 0 32,0 0-32,-2 0 16,0-1-8,2 1-16,-1 0 24,-1-2-32,0 2 16,0 0 16,0 0-32,0-1 24,0-1-32,-4 2 8,4 0 24,1 0 24,-1-2-16,-4 2-8,0-1 16,4 1 8,0 0 8,-4-2-32,0 2 0,0 0-24,0 0 24,0-1 24,0 1-48,0 0 8,0 0-32,-2 0 8,0 0 16,0 0 8,-2 4 8,0-4-24,-1 4 24,1-5-24,0 5 0,0-4 32,-2 4-16,2-4-16,0 4 8,-3 0-40,3 0 0,0 0 48,-2 0 0,2 0 16,-2 0-32,-1 0 0,1 0 0,2 0-8,0 0 24,-2 0-8,0 0-16,1 0 16,3 2-16,0 0-16,0 0 16,0 0 0,0 0 32,0 1-24,0-1 16,0 0-32,0 0 16,2 0 32,0 0-24,0 0 16,0 0-48,0-2 24,0 2 24,0 0-8,4-2-16,-4 0 16,4 0-8,0 0 24,0 0-8,0 0-24,1 0 0,-1 0 8,0 0 0,2 0 8,0 0 16,0 0-40,1 0 32,-1 0-24,10-4 0,-12 0 32,3 4-8,-1-4 32,0 0-8,0-1-24,0 1 8,1 0-40,9 0 24,-12 0 32,0-2-48,3 0 0,-1-1 8,0 1-16,0 0 32,0 0 0,1 0-24,-1-1 8,-2 1 8,0 0-16,0 0 0,0 0-40,0-1 40,1 1 24,-1 0-8,0 0 8,-4 0-24,0-1-8,0 1 16,0 0 24,0 0-48,0 2 8,0 0 8,0-1-8,0 1 32,0 0-24,0 0-32,0 4 32,0-4 0,-2 4-8,0-4 32,0 4-40,0 0 0,-1 0 40,1 0-24,0 0 0,0 0 8,0 0 0,0 0-16,-2 0 16,0 0-8,0 2-16,0 0 16,0 0 0,-1 2 8,3-2 0,-2 2 24,0 0-24,0 1 8,2-1 8,-2 0-8,2 0 0,0 0-24,0 0 8,-1 0 0,1 1 0,0-1 32,2 2-24,0-2 8,-2 0-8,0 0-8,2 0 16,0 0-8,0 1-8,0-1-24,0 0 16,0 0 0,0 0 8,0 0 32,0 0-40,0 1 16,0-3 8,4 2-24,0-2 8,1 2-24,-5-2-24,4 0 48,0 0 16,0 0-8,0 0 16,0 0-32,0 0 0,3 0 16,-3 0 16,0 1 0,0-3 8,0 0 0,0 0-8,0 0 0,0 0-24,1 0 24,1 0 0,-2 0-16,0 0 32,0-5-16,0 1-24,3 0 40,-3-2-24,0 0 0,0 0 0,0-1-8,0 1 8,0 0-8,0-11 24,-4 13-32,5-2 32,-5 0 8,4-13-8,-4 15 8,0-12-32,0 12 48,0-13 8,0 13-8,0-2 0,0-13-48,0 15 0,0-2 24,0-13-16,0 15 16,-2-2-32,0 0 0,-1-11 16,1 17 8,-2-6-32,0 0 8,2 0 0,-2-1-24,2 3 24,-2 0 8,-2 0-32,1 4 32,1-4 0,2 4-48,-2 0 40,-2 0-24,2 0 16,0 0 24,0 0-24,-1 0-24,1 0 32,0 0 8,0 0-8,0 2 24,-2 0-16,2 0-32,2 2 24,-1 0 8,1 1-48,-2-1 8,2 0-16,0 0 16,0 0 32,0 0 0,0 0 32,0 0-32,2 1 8,0-3 8,0 2-32,0 0 16,0-2 24,0 2 16,0-2-16,0 0 0,0 0-32,0 2 0,0-2 16,0 1 8,4-1 8,-4 0-8,0 0 16,4-2 0,0 0 24,-4 0-24,4 0 0,1 0-16,-1 0-24,-4 0 40,4 0 8,-4 0 8,4-4 16,0 4-16,0-5-8,-4 1-8,4 0-8,0-2 32,1 0-40,-5 0 0,4-1 0,-4 1-48,4 0 40,0 0 64,0 0-64,-4-11 32,4 17 0,-4-6-48,4-11 48,0 13-24,-4-2 24,0-10-40,0 11 56,0-1 16,0-12-56,0 14 40,0-3-32,0 1 8,0-10-16,0 12 8,0-3-16,-2 1 0,0-10-8,0 12 8,0-1-16,0-1 8,-2 0 32,2 0-16,0 0 48,-2-1-64,-2 3 0,1 0 0,1 0-8,0 0 16,0 0-8,-2 4 24,2-4-40,0 4 40,-3-4-16,1 4-32,0 0 40,0 0-32,2 0 0,0 0 0,-3 0-16,1 0 32,2 0 0,2 0 0,-2 0-24,0 2 8,0 0 8,2 0 0,-1 2 16,1-2-24,0 0-16,0 2 0,0 0 24,2-2-24,0 2 24,0 1-8,0-3 40,0 2-16,0 0-40,0-2 32,0 2-48,0-2 32,0 2 24,0-2-40,4 0-8,0 0 32,1 1 16,-1-1 8,-4 0 64,4 0-48,-4 0-8,4 0 0,0-2-40,0 0 32,0 0-16,-4 0 16,4 0 24,1 0 8,-1 0-8,0 0 0,0 0 40,0 0-80,0-4 48,0 0-40,1-1-56,-1 1 88,0 0 0,0-2 40,0 0 16,-4 0-48,4-1 8,0 1-8,-4 0-24,4 0 40,-4 0-40,0-1-8,0 1 16,0-10-16,0 16 0,0-6 0,0-1 0,-2 1-16,0 0 16,0 0 8,-2 0-24,-2-1 32,2 1-16,0 0 0,-3 2 8,1 0-32,0 0 8,0-1 16,0 1 16,-3 4-40,-7-4-16,10 4-8,0 0-16,-11 0 48,11 0 48,-11 0-40,11 0 24,-10 0 0,9 0-40,-9 0 8,10 2-8,-3 0 8,-7 0 0,12 0 0,-4 3-8,-1-1 8,1-2-32,2 2 48,0-2-40,-1 2-16,1-2 32,0 2-16,0 0 24,2-1-16,0 1 0,2 0-16,-1 0 0,1 0 24,0 0-8,0 0-8,0 0 24,2 1-16,0-1 32,0 0-24,0 0-8,0 0 16,0 0-8,4 0 24,0-2-16,1 3 0,1-1 8,0-2-8,0 2 8,-2-2 24,0 0-48,3 0 40,-1 0 0,0 0-16,-2 0 0,0 0 8,0 0-8,1-2-16,-1 0 40,0 0-16,0 0 32,0 0-16,0 0 0,0 0-24,0 0-16,-4 0 48,5 0-8,-1-4 16,0 4-8,0-4-16,0 0 24,-4 0 16,0 0-16,0 0 0,0 4 0,0-5-16,0 1 0,0 0-8,0 0 8,0 4 0,0-4 0,-2 0-8,0 0-8,-2 0-16,0 4 16,0-5 16,-1 1-16,-1 4 16,0-4-32,0 4 16,0-4 8,-3 4 0,1-4 24,-8 4 0,9 0-16,1-4 16,-10 4-8,10 0-48,-13 0 0,13 0 8,-13 0-24,13 0 48,-13 0 0,13 0 0,-12 0-24,11 0 24,-9 0-56,10 0-16,-11 2 64,13 0-8,-2 0 24,-2 0-32,1 0-40,1 0-8,0 0 16,0 0 56,0 0-40,2 0-24,-1 0 32,3 1-56,0-1 32,0 0-16,0 2-8,2 0-8,0 0 48,0-2 0,0 2-24,0 0 32,0 1 0,4-1 0,0 2-32,1-2-16,-1 2-24,0-2 8,0 2 32,2-1 8,0 1-8,0-2 16,11 0 0,-13 0 8,2 0 16,13 0 0,-15 1-16,2-1 16,13-2 8,-15 0 0,2 0 16,11 0-8,-13 0 0,2-2 16,10 0-8,-11 0-8,1 0 48,0 0-16,0 0-8,11 0 16,-17 0-56,4 0 40,2-4 48,-2 0 48,0 0-48,-4 0-8,4-1-32,-4 1-24,0 0 56,0-2 8,0 0 8,0 0-32,0-1 8,0 1-40,0 0 0,-4 0 48,-2 0-16,0-11 16,0 17 8,0-6-64,-1 0-16,-1-1 24,0 1-16,-9 0 32,11 0-8,-12 0-8,9 0 0,-9-1 24,11 3-24,-13 0 8,12 4-16,-13-4-24,4 4 72,9-4-48,-23 4 8,4-4-48,-2 4 0,5 0 56,1 0-32,4 0 0,1 0 56,10 2-88,-9 0 24,13 0 16,-2 0-88,0 0 40,-3 0 32,1 2 8,2-2 8,2 0-48,-3 2-24,1-1 8,4 1 72,0-2-72,0 2-8,0 0 8,0 0-72,2 0 96,0 0-40,0 0 16,0 3-16,4-1 24,2 0 40,11 0-40,-13 0-32,0 1 24,2-1-40,11 0-8,-17-2 16,16 2-32,-12-2 48,3 1-24,-1-1 8,10 2-8,-12-2 0,3 0 40,13 2 40,-14-1 0,13-1-8,-13 0 8,15 0 0,-15 2 24,17-2-8,-17 0-8,17 0 8,-17 1 8,17-1-8,-17-2 8,17 0-32,-17 0 8,12 0 72,-12-2-40,13 0 32,-15 0-8,2 0-8,11 0 48,-13 0 24,2 0 32,0 0 0,-1-4-8,-1 0-8,0-2-8,0 1-32,-4-1 0,0 0-32,0 0 8,0 0-8,0-1 8,0-9-8,-2 12 24,-2-2 24,-2-11-32,-1 13 0,-9-2-24,10-11-8,-3 13 40,-7-2-16,10-11 16,-15 13-16,13-2 0,-23-12 56,10 13-56,1-1 16,-11-10-56,-5 12-40,1-3 56,2-9-32,-2 12 16,4 0-8,2-1 0,3 1 8,3 4-16,2-4 24,-2 4-8,1-4 32,1 4-16,3 0-32,-1-4-24,-2 4-32,1 0 72,1 0 48,3 0-39,-3 0-42,0 0-7,1 0-24,10 0 56,-11 0 32,11 0-32,-13 0-16,15 0-32,0 0 8,-1 0-48,1 0 40,0 0-32,2 0-24,2 0 24,2 2-48,0 0 40,0 0-8,0 0 32,0 2 0,6 0-32,-2 1 32,0-1 8,0 2 32,13 0 8,-13-2-32,2 2-16,13-1 16,-15-1 0,17 0 0,-15 0-40,12 0-32,-11 0 56,13 0 8,-3 0 24,-1 1 8,-9-3-16,17 2 8,-7-2 16,3 0-16,-1 0 0,-13 0 8,17 0 24,-17-2 48,17 0-40,-17 0-24,13 0 24,-15 0-32,2 0 56,10 0 24,-11 0-48,-1 0 40,2-4 32,0 0 24,0 0 8,-2 0-24,-4-1 8,0 1-16,5 0 8,-5 0-32,0 0-24,0 0-8,-3-2 0,1-1 0,-2 1-24,-2 0-24,-10 0 8,9 0 24,-11 2-16,12-1 32,-15 1-8,0 0-8,1 0 40,-1 0-48,-2 0-8,-1 4 16,-3-4-40,0 4 8,2-5-16,0 5-24,-2-4 40,-1 4 64,1 0-16,2 0-32,-2 0-8,-2 0-64,0 0 56,2 0 16,1 0 0,-1 0 8,-2 2-24,2 0 72,2 3-8,3-1-16,-3 0-24,-2 0 16,2 0-40,0 0 32,5 0 8,-1-2-88,0 1 40,3 1 16,1 0-8,9-2 40,-10 0-56,9 0-16,-9 0 0,16 2-64,-2-2-8,1 0-8,-1 0-16,2 2 32,2 1 64,0-1-16,0-2 8,4 2 56,1 0-48,1 0 8,12 0 8,-14 0-40,13 1 40,-11-1 32,19 0-24,-7 0-24,1 0 8,2 0 8,1 0 24,3 0 16,2-1-32,0-1 8,-2 0 16,1 0-32,3 2 56,2 0-32,-2-2 40,0 0-24,0 0 8,2 0-32,-2 0-32,0 0 48,0-2 8,0 2 0,0-2-24,-1 0 0,-3 0-8,-2 0 48,2 0 0,2 0-24,-5 0-8,-1 0 16,-5 0 40,1 0 8,-1 0 8,-11 0 0,1-4-24,-2 4 96,0-4 8,0 4 0,-4-4 0,0 4-64,-2-4 8,2 4-32,-2-4-8,-2 4 0,-2-4 8,-3 0-32,1-1-32,0 1-24,-13 0-16,3 0 8,-3 4 24,0-4 0,-1 0-48,-5 4 32,-4-4 40,0 0-8,0 4 32,-2-5-24,-2 1-32,-2 0 24,2 0 16,-1 0-32,-1 0 16,-6 4 0,0-4 16,3 4 24,1-5-16,-2 5-16,-2-4-8,-1 4 24,3-4 24,0 4 24,-5-4-48,-24 0-8,-4 0-32,8 4-16,10-4 48,10 4 0,3-4 24,0 4 56,-3 0-56,7 0-16,0 0 24,2 0-64,4-5 56,2 5 0,4 0-56,-2 0 48,2 0-16,6 0 0,13 0 32,-8 0-72,12 0-24,-3 0-48,-1 0-32,2 0-48,4 3-32,0-1 0,2 0 24,0 2 24,0 0 64,4 0 16,0 2 0,0 0 64,2 1-8,11-3-8,-11 2-24,15-2 16,-5 2-8,5 0 32,6-1 0,2-1-16,6 0-16,0 0 32,6 0 0,11-2-16,-3 0 24,-1 0-48,-1 0 32,-12 0 8,-2 0 16,0 1-16,0-1 24,7 0 0,5 0-24,-2-2-8,5 2 0,-1-2-16,3 2 24,-1 0 16,3-2-24,-6 0 24,-1 0 8,0 0 8,5 0 16,-3 0-8,-5 0-40,-1 0 8,-2 0 56,2 0-24,1 0 0,-9 0 0,-6 0-64,2 0 24,2 0 40,-5 0-32,-5 0 24,-4 0-8,1 0 32,3 0 0,-3 0-24,-11 0 64,9 0-16,-12 0 56,2-4 40,13 4 0,-19 0 16,0-4 16,0 4 16,0-4-64,0 4 8,0-5-64,-4 1-40,0 0 16,-3 0-56,3 0-8,-4 0 8,-8 0 8,9 4 0,-9-4 24,-1-1-64,1 1 0,-3 0 24,-3 4-16,-1-4 24,-2 0-8,-4 4-8,-2-4 8,0 4 40,0-4-48,-4 4-8,-6-5 0,2 5-8,-1 0 56,3 0-24,-2 0 0,0 0 16,-2 0-24,1 0 24,3 0-8,-4 0-32,0 0 16,-1 0 8,3 0 48,-2 0-24,-1 0-24,-5 0 32,-13 3-64,-2-3 48,2 0-32,15 0-8,4 2 16,3 0 0,10 0 32,7 0-8,-4 0-32,2 0 0,7 0-8,8 0-24,-1-2-16,-7 0-64,10 2 0,2 0-32,1 0-24,3 0-24,0 2 56,0-1 0,0-1 40,19 0 64,-15 2-40,2 0 32,13 0 40,-13 0-8,21 0 8,-2-2-24,0 0-16,5 0 40,-3 1 24,-4-1-16,2 0 8,4 0 0,4 0-24,6 0 8,0 0-24,5 0 56,-3 0-64,4 0 56,5 0 0,-3 0-56,3 2 56,-5-2 24,3 1 16,-1-1 32,1 0-32,-5 0-8,-2-2-16,1 2-48,1-2 64,-4 0-24,-6 2 24,-2 0 32,0 0-8,2 0-24,-8-2-24,-4 2 0,-5 0 0,3 0-8,-1 0 40,1-2-48,-13 0 8,0 2 72,0-2-40,11 2 64,-17-2 56,0 0-32,0 2 56,-2-2-16,2 0-79,-2 0-9,-4 0-48,-11 0 32,11 0 0,-11 0-72,1 0 16,-5 0-56,-3 0 16,1 0 64,0 0-32,-8 0 0,-6 0-24,-2 0 8,0 0 32,-1 0-8,-5 0 8,-7 0 0,1 0-8,1 0-8,1 0 24,-1 0 0,-2 0 8,-1 0 32,1 0-64,-4 0-8,-24 0-8,-7 0 24,9 0 24,16 0 16,10 0 8,1 3-48,-3-1 24,4 0 32,3 0-32,6 0-24,5-2 8,3 0 0,-2 2 32,8 0 48,7 0-72,1 0-56,13-2 16,-10 2-24,13 0-32,-1-2-72,2 2-88,0 0-40,2 0 40,0 0 16,6 1 47,1 1 33,9 0 48,-12 0 32,17 0-8,-5 0-24,7 0 24,6-2 16,8 0 24,9 0 8,3 1-40,-1-1 16,7 0 8,9 0 0,2 0 24,-14 0-24,-4 0 8,-3 0-16,0 0 16,1-2 8,1 2-24,3 0 64,6-2-8,1 2 0,3-2 8,-2 0 40,0 0-32,0 0 48,2 0 16,-5 0-24,-3 0-16,-3 0-8,1 2 16,-5 0-32,-5-2 32,-7 0-48,-2 2 8,2 1 25,0-3-25,-6 0 24,-5 2-8,-3-2-24,-1 2 64,-11-2 56,-1 0-32,0 2 80,-2-2 40,-4 0-24,0 0 24,0 0-96,-2 0-32,-2 0-8,-2 0-56,-11-4-24,11-1-56,-17 1 128,3 0-48,-3 0 8,-2 0-16,-6 0-104,-6 0 88,-6 4 40,-1-4-48,-1-1-40,-7 1-8,-8 0 16,1 0 96,3 0-8,0 4 48,-2-4-88,-2 0 40,-2 4 48,5-4-88,-30 4 24,-12-5-24,6 5-56,6 0 72,13 0 56,6 0-24,0 0 24,2 0-16,2 0-24,6 0 24,4 0-8,0-4-32,1 4 24,1 0 48,7 0-56,3 0 16,7 0-40,4 0 72,2 0-72,9 0-40,1 0 0,13 0-136,-2 0 128,2 0 24,1 0-72,5 0-112,0 2 24,0 0-40,7 0 56,-1 1 56,0-1-40,11 0 16,-13 0 16,14 2 64,1 0-16,4 0-8,5 0 8,8 0-24,1-2 32,10 0 0,3 1-32,3-3-8,3 0 32,0 2 8,2-2-24,-3 2-24,-1 0-24,2-2 40,2 0 32,-1 0 0,-1 0 32,-12 0-16,-5 0 8,-4 0 8,0 0-72,0 0 8,2 0 40,5 0 24,3 0 8,2 2-16,-3-2-24,-3 2 32,2 0 0,-1-2-48,-5 0 8,-8 2-8,-4 0 48,3 0 56,1 0-8,-6 0-40,-6 0 0,-13 0 8,12 0 24,-10 1 0,1-1-32,-3 0 16,-4 0 88,0 0 24,-2-2 16,0 2-16,-5-2-80,-1 0 8,2 0 32,-2 0-96,-11 0 0,3 0 24,-5 0-8,0 0 56,-1 0 56,-9 0-120,-6 0 8,-3 0 40,-1 0-48,2 0 40,-9 0 72,-3-4-48,-3 4-8,-22-4 16,-7-1-96,-2 5 16,7-4 40,6 4 80,4 0-16,4 0 0,2-4-40,2 4-32,4 0 40,4 0-24,1 0 32,-3 0-32,-2 0 0,3 0 64,3 0 40,5 0-128,3 0 0,1 0 32,6 0-88,2 0 104,6 0-16,2 0-64,1 0 80,3 0-24,15 0-32,-11 0-16,15 2-80,2 0 24,0-2-8,0 2-80,0-2 16,4 2-16,3 1 32,-1 1 96,10 2-24,-10 0 0,19 0 8,-4 0-8,6 1-32,6-1 8,4 0 8,8-2-8,3 0 48,12 2 16,6-1-64,-4-3-8,2 2-32,0-2 16,0 0 88,4 0-112,-2 0 32,0 0 8,-2 0-8,-12 0 88,-9 0-72,0 0 8,3 0-48,-1-2 88,5 2 64,1 1-64,1-1-16,-1-2-24,3 2 16,0 0 72,-3 0-40,-5 0 24,-7 0 0,2 0-24,1 0 64,-7 0-32,-6 0 8,-3-2-24,1 2 32,-4 0 32,-6-2 0,-11 0 24,0 0 56,10 0 48,-11 0-40,-1 0 56,-4 0-48,0 0 16,-2 0-80,0 0 0,-5 0-72,-9-4-48,10 0 88,-13 0-24,13 0-72,-19 0-16,2 0 32,-1-1-24,-3 1 88,-2 0-24,-6 0-56,-6 4 48,-5-4 24,1 4 24,-1 0 8,-7 0-56,-3 0 80,-25 0-64,-5 0-24,-3 0 16,10 0-96,7 0 104,2 2 96,4 2-72,4 0 48,4 0-48,-4 0-40,2 1 56,7-3 105,-1 0-113,-2 2-48,1-2 48,-1 4-96,6-2 88,7 0-32,-3-2-16,3 1 24,4-1 16,-2 0 16,5 0-16,3-2 16,5 2-64,3 0 16,4 0-24,0 0-72,5-2 8,10 2 80,0 0-24,1-2-40,3 0-64,2 0-104,0 0 56,0 2-9,5 0 97,-5 0-8,6 0 0,0 0 48,12 3-8,-11-1 16,13 0-8,-3 0-24,3 0 32,5 0 32,4 0-64,4-2 24,6 3-16,7-1 8,3 0 0,1 0-32,2 2-24,3-2-16,5 0 80,2 0-64,-4-1 16,0-1-8,0 0-48,-1 0 128,3 0-32,-2 0-16,-2 0 0,-1 0-40,1 0 72,-2 0 32,0-2-48,-7 0 40,-2 2-72,3-2-16,-3 2 80,-3-2-80,-7 0 88,-4 0 32,2 0-48,-4 0 0,-5 0-16,-5 0 16,-13 0 56,17 0 40,-19 0-24,2 0 40,-2 0-32,-4 0 40,0-4 16,4 4-56,-4-4-8,-2 0-24,-4 0 32,0 0-16,0-3 8,-2 3-48,-13-2 8,13 0 16,-15 0 24,4 0-72,-3 1 24,-7 1-16,-6 0 8,-2 0 160,-1-2-104,-7 0 32,-3 1-16,1 1-48,-3 0 32,1 0-40,-5 0 40,-6 0-24,5 0 48,-1 4-32,-27-4-24,-3 4 72,5-5-64,11 5 40,10 0 24,4 0-120,3 0 56,1 0 24,7 0 97,5 0-81,5 0-32,6 0-40,2 0 24,3 0 8,-3 0-16,4 0 8,3 0-88,1 3 64,13-1 8,-13 0-32,13 0-32,0 0-24,2 0-33,2 0-15,2 0-40,0 0-16,4 0 56,0-2 48,0 2 24,0 0 16,2 0-24,0 0 24,15 2 16,-4 1 16,1-1-8,3 0-16,6 0 16,2 2-32,6-2-16,4 0 0,0 1-56,5-1 72,3 0-16,5 2 16,-1 0-24,3-2-16,-3 0 104,5-1-80,0 1 8,-2-2 8,-3 0-48,3 0 64,-2 0 24,-1 0-56,-1 0 24,-3 0-48,-1 0 40,-3 0 72,2 0-56,-7-2 32,-5 0-48,0 2-16,0-2 8,2 2 32,-6-2-24,-7 0 48,1 0 16,-4 0 0,-3 0 16,-10 0-40,1 0 48,-3 0 0,2 0 56,0 0 0,-6 0-16,0 0 24,0 0-8,0 0 0,0 0-32,-2 0 0,-4 0-40,0 0 16,-3 0-8,-7-4-64,8 4 40,-17-4-8,6 4 32,1-4 64,-3 4-56,-4-4 8,-8 4 16,2-4-32,0 4 24,-2-4-40,-4 4-16,0 0 32,0-4 24,0 4 24,-3-5-56,-1 5 40,0-4-16,-1 4 72,1-4-64,2 4-32,-2-4 0,-1 4-64,1-4 128,0 4-40,2 0-24,-5 0 0,5 0-8,-2 0 24,2 0-56,1-4 16,3 4 24,0 0-16,2 0 16,2 0 0,4 0-48,0 0-8,5 0 48,3 0-24,-1 0-32,-1 0 8,0 0-16,1 0-16,3 0 64,11 0-24,-13 0-32,11 0 48,-11 0-48,15 0 16,-2 0-8,0 0-48,2 0-48,0 0 24,4 0-32,0 0 32,0 2 8,0 0 0,0 0 96,6-2-8,-2 0-8,2 2 8,0 0-16,11 0 48,-11-2 8,15 0-24,-15 0-8,19 0-32,-9 2 24,3-2 40,4 0-72,-3 0 8,3 0 0,4 0 32,2 0 0,0 0-16,-1 0-24,1-4 16,0 4 56,0-4-24,-2 4 8,0-4-32,-2 0 8,-1 4 40,-1-4 16,-2-1-32,-3 1 8,-1 0 104,-11 0-80,13 0 40,-15 0-16,0 0-64,0 0 104,0-1-16,-4-1 0,0-12-40,-2 14-8,-4-3 16,-11-9-24,9 12 0,-19-3-32,5-11 40,-5 14 32,-2-13-16,-2 11 16,-6-13-72,-9 15 64,5-12 0,-2 12-24,1-13 48,1 13-80,0-12 56,-5 11 32,3-1-32,-2 0-72,-3 0 8,-1 0-64,-1-1 80,2 3 40,3 0-112,-2 0 56,1 4-40,1-4-32,-1 4 48,5-4 0,2 0-48,2 0 64,4-1 8,6 1 40,4 0-56,7 4 0,-3-4 0,13 4-48,-2-4 56,-1 4-32,3 0 16,4 0-8,2 0-72,0 0-24,4 0-8,0 0-16,2 0 88,11 0 16,-11 0 16,15 2 24,-5 0-8,5 0 48,6 0-16,6 0 32,2 0-16,4 0 8,-2 0 24,9 0-32,1-2 16,1 0-64,3 0 120,1 0-40,-3 0-16,3 0 16,-2 0-168,-3 0 80,3 0 32,-3 3-24,1-3 56,-3 0-40,-4 2 0,1-2 24,-3 2-40,-6-2 8,-2 2 0,0 0 16,-6 0 16,-1 0 16,-3 0-80,-15 0 80,15-2 32,-17 2 16,2-2 0,0 0 0,-2 0 56,-4 0 80,0 0 112,0 0-72,0 0-88,-2 0-48,-4 0-112,0 0 40,-10 0-40,-1 0-16,-2 0 48,-3-4-48,-5 4 136,0 0-48,-4 0-80,-4 0 40,-2 0-56,2-4 16,-2 4 72,-1-4-48,-3 0 33,-2 4 23,1 0 16,1 0-40,-4 0-72,-1 0 80,-1-5-120,-1 5 0,3 0 16,-3-4-104,1 4 128,0 0-25,3-4 1,3 4 16,-2 0-40,1-4 56,1 4 8,4 0-32,2 0-32,6 0 104,0 0-56,-2 0-8,8 0 8,5 0-48,1 0-16,13 0 48,-4 0 0,-1 0-120,5 0 48,0 0-64,4 2-16,0 0 88,0 0-72,6 0 32,1 0 104,-1 0-64,14 5 112,-13-3-24,17 0 56,-1 0-32,2-2 8,2 2 8,10-2-96,2 0 48,0 3 16,9-3 72,1 0-40,7 0 0,0 0-16,0 0-48,-1-2 88,3 0 0,0 0-32,2 0-8,0 0 8,-3 0-72,3 0 32,0 0-24,-2 0-32,2 0 48,-2 0 80,-3 0-112,5 0-8,-2 0-8,0 0 48,0 0 8,-3 0-48,-1 0-16,-2 0-96,-5 0 112,1 0 40,1 0-16,-5 0 24,-3 0-64,-4 0 64,0 0-32,0 2-16,-12-2 32,-4 0 16,-5 2 24,3 0 0,-3-2-16,3 2-32,0 0 48,3 0-16,1-2 32,0 2-40,-7 0-24,-10-2 16,13 2 80,-13 0-16,17-2-24,-19 0-8,0 3 8,0-1-8,2-2 8,11 0 8,-17 0-40,0 0 48,4 0 32,-4 0-56,4 0 56,-4 0-16,0 0-8,0 0 120,0 0-232,0 0 104,-2 0-64,-2 0 128,2 0-88,-4 0 8,0 0 56,-11 0 16,13-5-56,-2 5 32,-11 0-16,9-4-128,-13 4 88,13 0 8,-10-4-8,9 4 8,-16 0 16,1 0-32,3 0-40,0-4 56,-7 4-64,-1 0 8,2 0 48,4 0-32,7 0 48,-1 0 8,1 0-56,-1 0 64,11 0-32,-2 0-8,-9 0-64,11 0 96,-2 2-48,3-2-72,3 0-40,2 0-136,0 0 64,0 2 32,0 0 16,0 0 8,5 0-8,1 0 56,0 3 24,15-1 64,-15 0-80,16 0-8,-5 0 40,-11 0-8,19-2 80,-9 0-48,3 0 16,4 3-24,4-3 16,6 2 16,2 0-48,0-2 8,0 2 8,6-2-8,3 0 40,-5 0 8,0 0 8,-2-2-32,4 0 24,1 0 16,-5 0-24,-4 0 40,2 0 16,2 0-16,-2-4 16,-2 4 16,-4-4 0,0 4-24,0-4 16,-2 4-80,-6-4 64,-3 4 40,-1-4 8,3 4 48,-14-4-104,13 4-16,-15-5 8,13 5 32,-13 0-8,2-4 0,0 4-16,-2 0 24,-4 0 56,4 0-8,1-4-8,-5 4-40,0 0 24,0 0-8,0-4-8,0 4 0,0 0-56,-2-4 24,-3 4 0,3-4-24,-4 4-56,0-4-8,0 4 40,-3-4 16,1 4 32,0-5 0,-11 5-16,11 0 40,-10 0 0,11 0-64,-13-4-32,1 4-24,3 0 64,-3 0 32,3 0-24,-3 0-16,-2 0 16,-1 2-8,-1 2-8,0 3-24,0-1 8,-3 0 40,1 0 56,2 3 16,0-1-120,-1 0-24,1 0 8,0 9 64,3-11 40,1 0 0,0 11-32,-1-11 8,1 2 8,11 0-40,-13 1-40,13-1-56,-13 0 24,13 0 88,-10 1-8,11-3 16,-11 0-40,10 0-16,-9 0 24,15 1 16,-4-3 16,0 0-32,-1 0-16,3-2-8,2 0-32,2 0 8,-2 0 8,0 0-32,2 0 8,0 1 0,0-1-8,0 0 8,0 0 64,4 0 24,2-2-16,1 0-8,-1 0-24,10 0-8,-10 0 16,15 0 8,-15 0-56,15-4 24,-5 0 72,5-1-24,2 1 24,0 0-32,-1-2 8,1 0 32,4 0 8,0-1 8,-1-9-80,1 12-8,0-2 32,2-1 0,0-11-32,0 14 48,-2-3-8,2-11 40,2 14-24,0-13-24,-5 13-64,-1-12 88,2 9 32,2-11-56,-2 14 48,-5-13-104,1 13 24,2-13 72,0 13 8,-1-12-64,-3 12 40,0-2-48,-1-1 0,1 1 40,-2 0-56,-13 0 0,14 0 24,-13 1 8,11 1 0,-14 0 8,3 4-24,-3-4 24,2 4 40,-2-4-56,0 4-8,-4 0-32,0 0 56,0 0 24,0 0-24,0 0-16,-2 0 8,0 0 72,0 2-48,0 0-48,-4 0 16,-11 2-16,11 2 56,-11 1 48,1-1-72,-3 0 0,-1 11 32,1-11 8,-2 12-32,-1-9-24,-1 11 0,0-12-8,5 13 80,-3-13 8,-2 13-24,1-13-32,-1 13-48,2-15 8,1 13-24,-3-13 8,-2 12 56,5-11 16,1 11 24,2-12-88,-3 11 48,-1-11-24,3 0-32,9 11 96,-11-13-64,3 2 8,1 2 56,9 1-32,-9-3 8,12 0-16,-4 0-8,-1 0 0,3-3 24,4-1-8,0 0-8,0 0-24,0 0 16,2-2 32,0 0-40,0 0 40,0 0-32,0 0 0,4 0 32,0 0-56,2 0 8,-2-4 24,3 0-24,13-1 96,-14 1-32,15 0-32,-15-2 56,17 0-48,-2 0 24,-1-11-8,-1 17-56,-1-6 16,5-11-24,2 13 72,0-2 0,-3-13-24,1 15 64,0-2-40,4-12-16,0 13-8,-3-11-104,-1 12-8,2-13-32,0 13 56,-1-2 24,-3-11 0,-2 13 8,-1 0-16,3-2 24,-3 0-32,-11 0 128,9-1-80,-10 1 24,13 2-8,-19 0-96,4 0 56,0 0 48,0 4 0,-4 0-24,4 0 0,-4 0-24,0 0 48,0 0-40,-2 0 8,-4 0 40,-10 0-8,9 0 80,-11 0-8,12 4-120,-19 2 104,2 0-24,-2 2 24,3 9 40,-3-11-112,-2 13-16,-2-11-16,-2 13 40,2-13 0,2 13 24,-1-13-8,-5 10-8,2-11 32,0 13-32,0-12 16,0 11-48,-2-13 8,4 13 16,2-13 32,0 13 8,2-13-8,-2 2 24,5 0 40,3 1-40,1-3-40,-1 0 0,11 0-32,-9-2 32,13 0-24,0 1 0,-2-3-88,0 0 64,3 0 64,1 0-40,2-2-8,0 0-24,0 0 16,0 0-8,0 0 24,0 0-24,0 0 0,7 0 56,9 0-8,-10 0 0,11 0-32,-13-4-40,15 0 24,-3-1 24,3 1-32,-3 0 40,1 0-24,1 0 32,5 0 32,2-2-24,-3-1 16,1 1-40,0 0 8,6 0-24,-2-11-16,-1 13-24,-1-2 56,4 0 56,-2-11-64,0 13 16,-2-2-72,-1-11-56,1 13 96,2-2 16,0-10-48,-4 11 64,-1-1-40,3-12-32,2 14 40,-4-13-72,-1 13-8,-1-13 56,-3 13 40,3-2 32,0-10 0,-15 11-48,15-1 32,-15 0 80,14 0-32,-15 0 0,1 1-64,-2 1-32,2 0 80,-2 0 0,0 4-64,-4 0 24,0 0-32,-2 0 56,2 0 88,-2 0-24,0 0-32,-2 0-8,0 2-8,0 2-32,0 0 8,-3 1 64,-11 1-8,14 0 24,-13 0 8,9 2-72,-15 1 8,7-1-8,7 8-48,-13-9-8,3 9-16,1-10 24,-1 13 48,0-13-24,1 11 32,-1-11-40,-1 12 24,1-11 40,3 9-64,-1-10 88,-4 3-96,5 7-24,8-12 64,-11 2-72,13 3 56,-15-1 16,13 0 0,-11-2 0,15 1 0,-4-1-32,-9 0-16,13-2 56,-2 0-16,0 0 0,0 0-16,-3 1-56,3-3 48,2 0 24,2 0 0,0 0-16,0-2-8,0 0 0,0 0-40,2 0 32,0 0 8,0 0 24,0 0-56,4 0 0,2-4-24,0 0 8,1-1 32,15 1-8,-16-2 16,17 0-16,-17-11 8,15 13 16,0-12 16,-3 12-16,-1-13 0,-1 11-8,3-13-8,4 13 48,1-12-16,-1 11 24,-2-11 24,3 12-56,3-13-8,2 13-8,-4-13-16,0 13-16,0-13 104,-7 15-72,-1-2-32,1-12 112,3 13-200,-5-1 136,-9 0 16,13-13-48,-14 19 80,11-6-40,-13 2 16,2 0-16,0 0 0,1 0-40,-1 4 16,-2-4-8,0 4 32,0-4-16,-4 4 16,0 0 40,0 0 0,0 0 16,0 0-16,0 0 32,-2 0-24,-4 2 72,0 4 0,-11 0-120,11 10 32,-13-7-56,11 11-8,-17-11-8,5 11 24,-1-3 16,0-9 24,3 13 48,-3-13-40,1 13-8,-3-13-24,4 10 24,3-11 24,-1 11-80,-1-12 48,-1 13 16,3-13 16,7 13 40,-13-13-80,3 10-40,3-9 48,7-1-16,-7 2 40,10 0-24,-11-1-32,11-1 16,0 0 56,2 0-24,-3-2-32,1-2 0,2 0-32,2 0 8,0 1 24,0-1-48,0-2 24,0 0 40,2 0-16,0 0 40,4 0-56,-4 0-48,4 0 72,2 0-24,0-5 24,1 1 0,-1 0 40,12 0-88,-11 0 24,13 0-24,-16 0-64,13-2 88,-11-1 16,17 1 88,-7 0-112,-10-13 24,17 15-32,-6-12-40,3 12 56,1-13-48,-2 11 0,-3-13 0,3 15 0,1-14 80,1 11-56,-5-11 64,-9 12-104,13-1 0,-16-9 56,17 10-96,-4-13 88,-11 15 16,0-2-48,10-11 0,-16 17 24,7-6-72,-1 0 72,0 0-40,11 0 16,-17-1 48,6 1-40,-2 0 112,2 0-32,-2 2-48,0-1-32,0 1 32,1 0 24,-1 4-16,0-4 40,0 4-64,-4 0 120,0 0-32,0 0 16,0 0-32,-4 0-24,-4 0-16,-11 6 64,13 0-16,-13 3-32,13 7 96,-17-10-120,7 11 32,10-11-80,-13 11-64,13-11 64,-15 10 48,13-9 8,-11 1 32,13 8 0,-10-9-40,7 1 32,-9 8 56,12-9-40,-1-1-16,-9 2-24,10 0-8,-13 0 16,15 1 8,-2-1-32,-2 0 8,-1-2 0,3 1 40,0-3 8,4 0-56,0 0 16,-2-2-24,2 0 24,2 0 0,0 0-24,-2 0-32,-1 0 64,3 0 16,0 1-8,0-3 0,0 0-32,0 0 32,0 0-32,7 0 40,-3 0-48,0 0-16,0 0 120,2-5-88,11 1 0,-13 0-32,2 0-72,13-2 120,-13 0 24,19-1-40,-19-9 32,17 12-56,-17-13 24,16 13 112,-5-14-80,-1 11 48,-9-11-16,13 14-24,-16-3 0,13-9-16,-13 12-72,13-2-8,-13-11 72,12 13-24,-12-2 24,3-13-16,9 15-96,-12-2 96,13 0 0,-13-13-16,12 15 72,-12-2-80,3 0 56,11-1 40,-14 1-96,1 0 0,1 0 8,0 0-16,0-1 32,-2 3 40,0 4-56,0-4 0,1 4 24,-5 0-56,0 0 24,0 0 56,0 0 48,0 0-24,0 0-32,-2 2-48,-3 2 40,-1 3 56,2-1 8,-2 0-40,0 0-40,-13 11-32,11-9 24,-11 11-8,13-13 0,-15 14-32,5-3 0,10-11 104,-11 13-80,11-13 88,-2 14-48,-9-11-72,13 9 48,-2-11 24,0 9-32,2-10 8,-3 0 40,3 3-72,0-3 88,2 0-64,-2 0 8,0-2 16,0 1 8,2-3 32,0 0 40,0 0-96,-1 0 8,1 0 48,2-2-48,0 0 16,0 0-24,0 0 40,0 0 56,5 0-112,-1-4 48,0 4-64,0-4 24,2 4 64,-2-5-56,2 1-8,11 0 0,-13 0 32,13 0-16,-13-2 16,2 2-16,10-1-16,-11 1-8,13-2-40,-12 0 0,13 0 40,-13 0 48,13-1 48,-13 1-24,15 0-40,-15 0-32,16 0-56,-15-1 8,15 1 32,-15 0-8,11 0 40,-12 0 16,13-1-8,-15 1-8,13 2-8,-13-2 24,2 2 32,0 0-24,0 0-16,0-1-48,1 1-8,-1 4 56,-2-4 8,0 4-8,-4-4-24,4 4-16,0 0 40,-4 0-8,0 0-8,0 0 56,0 0-24,0 2-8,-2 0-40,0 2 16,-2 2 24,0 1-8,0-1 8,-2 0-8,-1 0 16,1 0-24,0 1 24,0 1-32,0 0 0,2 0 48,-1 1-16,-1-1 32,2 8-40,0-11-40,0 1 48,0 2-40,0 0 16,-1 1 24,3-3-48,0 0 48,0 0 16,2 0 0,-2 1-24,0-1 0,2 0 40,0 0-16,-2-4 0,2 2-40,0-2 0,0 0 16,0 0 48,0 1-24,0-3-8,0 0-8,0 0-16,4 0 8,0 0-32,0 0 80,1-5-64,-1 1 8,0 0-8,0 0 16,2-2 72,0 0-40,1-1 0,-3 1-16,2 0-56,0-10 32,0 11 88,0-1-56,1-12 48,-3 14 8,2-13-64,0 13 24,0-15-64,1 15-8,-1-12 56,0 9-24,0-9 8,-2 12-32,0-13 24,0 13 32,1-12 8,-1 12 24,0-3-80,-4 1 8,0-10 32,4 16-24,-4-7 8,0 1-40,0 0 16,0 2 0,0 0 0,0 0 16,-2 0-32,0 4 64,0-5-8,0 5-8,0 0 8,0 0-48,-3 0-8,3 0 24,0 0-32,-2 0 16,0 0 32,-2 0-24,2 0 32,0 0-24,0 2 0,-3 1-16,3 1 0,0-2 32,2 2-24,-2 0-24,0 0 40,2 0 32,0 0 0,2 0 16,0 1-48,-2-1-8,2-2-8,0 2 24,0 0 40,0-2-32,0 2-40,0-2 24,0 0-24,0 0 8,4 1 16,-4-1 56,4 0-24,0 0-16,-4 0-8,4 0-40,0 0 8,0 0 24,0-2 56,1 0-64,-1 0 48,0 0 0,0 0-48,2 0-32,-2 0-24,0 0 8,3 0 16,-1 0 64,0-4 32,-2 4-96,0-4 112,0 0-16,1-1 40,-1 1 8,-4 4-104,4-4 40,-4 0 0,0 0 24,4 4-24,-4-4-16,0 0-64,0 4 64,0-4 8,0 4-24,0-5-24,-2 5-16,0 0 24,0 0 0,0 0 8,0 0 0,0 0 0,-1 0-8,1 0-16,-2 0-32,0 0 0,0 0 0,0 2 80,2 1 0,-2-1-16,0 0 8,1 0-80,1 2 88,0 0-16,0 0-24,0-2 24,0 2-64,2-2 56,0 3-40,0-3 24,0 0 16,0 0-32,0 2 64,4-2-24,0 0-8,-4 0 16,5 0-48,-1 0 48,2 0-56,-2-2-16,0 0 80,0 2-72,0-2 72,1 0-24,-1 0-16,0 0 24,-4 0-24,4 0 24,0 0-48,0 0-16,0 0-24,-4 0 8,4 0 0,-4 0-8,0 0-64,5 0-88,-5 0-32,0 0-72,0 0-33,0 0-15,0 0-88,0 0 16,4 0 16,-4 0 16,0 0 104,0 0 88,0 0 56,0 0 56,0 2 8,0 0-32,4 0-32,-4 3-128,4-1-336,-4-4 640</inkml:trace>
  <inkml:trace contextRef="#ctx0" brushRef="#br0" timeOffset="617">4466 876 112,'0'0'0,"0"0"88,0 0 8,0 0-32,0 0-16,0 0 0,0 0-16,0 0 40,0 0-8,0 0-32,0 0 8,0 0-24,4 0 0,-4 0 0,4 0-16,-4 0 16,4 0-16,-4 0 8,5 0 0,-5 0 16,4 0-40,-4 0 8,4 0 8,-4 0-24,4 0 0,-4 0-32,0 0-32,4 0-64,0 0-272,-4 0 424</inkml:trace>
  <inkml:trace contextRef="#ctx0" brushRef="#br0" timeOffset="1360">4600 859 336,'0'0'0,"0"0"144,4 0-48,-4 0-48,0 0 0,0 0 0,0 0-24,0 0 8,0 0-24,0-4 0,0 4 16,0-4 0,0 4-8,0-4 8,0 0-8,0 0 24,0-1-8,0 1-8,-2 0-16,0 0 0,-2 0 0,2 0 0,0 0-16,-2 0 0,0-1 16,0 1-8,0 0 24,-3 0-16,3 0-16,-2 0 16,2 4 8,-2-4-16,-1-1 0,1 5-8,2-4-8,0 4 32,-2-4-16,0 0 16,-1 4-24,1-4 16,2 4-8,-2-4 16,0 4-24,2-4 8,-3 4 8,3-4-8,0 4 16,-2 0-24,0-5 24,0 5 8,-1 0-24,3 0 8,-2 0-16,0 0-8,0 0 32,-1 0 24,1 0-32,0 0-8,0 0-8,0 0-8,2 0 16,-3 0 24,3 3-32,0-1 8,0 0 0,2 2-8,0-2 8,0 2 0,0 0 0,2 0 40,0 0-32,0 0-8,0 1 0,0-1-40,0 0 48,0 0-16,0 0 0,4 0 32,0 0-16,0-2 8,0 3-16,0-3-8,1 2-16,-1-2 24,0 0 16,0 2-16,2-2 8,0 0-8,0 0 8,1 0 0,-1-2 8,0 0-16,0 0 8,0 0-8,1 0 16,-1 0-8,0 0-8,0 0-8,0 0 24,1 0 8,-1 0-32,-2-4 16,0 0-32,0 0 16,0 0 32,0 0-32,1 0 8,-5-3 0,4 3 0,0-2 0,0 0 8,0 0-24,-4-1 24,4 1-8,-4 0 8,0 0-16,0 0 16,4-1 0,-4 1 16,0 0-16,0 0 0,0 0 0,0 2 0,-2-3 24,-2 3-24,0 0 0,-2 0 0,0 0-8,2 0 8,-3 0 8,1-1-8,0 5 0,0-4 16,0 4-16,-1-4 8,-9 4 0,10 0-8,-1 0 24,-1 0-8,0 0 24,-9 0-32,11 0 16,-2 0 0,-9 2 0,11 0-8,-10 0-16,10 3 16,-11-1-24,13 0 32,-4-2-8,-9 2-24,13 0 24,-2 0-8,0 0-32,-1 0 64,1 1-56,0-1 8,2 0 8,2 0-32,0 0 24,0-2-16,0 2 24,2 0-8,0-1 16,0 1-8,0-2 0,0 0 24,0 0-8,0 0 24,0 0-24,0 0-40,4-2 40,0 0-8,-4 0 8,4 0 0,0 0-8,0 0-16,0-4 32,3 0-16,-1 0-8,-2 0 8,2-1 8,0-1 0,1 0 24,-1 0-32,0-11 56,0 13-56,0-2-16,0 0 8,1-11-64,-1 13 56,0-2 8,-2-11-48,0 13-56,0-2-32,-4-10-40,5 11-16,-5 1 24,0-2 0,0 0 8,0 2-8,0 0-120,-5 0-560,5 4 840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4:58.202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2994 69 408,'0'0'0,"5"0"176,-1 0-120,-4 0-16,4 0 0,0 0 0,0 0 16,-4 0-16,0 0 8,0 0-8,4 0 0,-4 0 8,0 0-8,0 0-8,0 0 8,0 0 8,0 0-24,0 0-8,0 0 8,0 0-8,0 0 24,0 0-8,-2 0-16,2 0-8,0 0 16,0 0-40,-2 0 8,0 0 0,2 0 24,0 0 8,-2 0 8,0 0-16,0 0 8,0 0 16,0 0-24,0 0 0,0 0 0,-3 0-8,1 0 24,2 0 0,-2 0-24,0 0 24,0 0-16,2 0-8,0 0 8,-2 0-24,-1 0 8,1 0 24,2 0-8,-2 0-16,-2 0 0,0 0-16,0 0 32,-1 0-8,3 0 8,-2 0 0,0 0-16,0 0 24,-1 0-32,-9 0 8,-1 2-8,11 0 16,-14 0 16,13 0-8,-1 0 0,-10-2-8,11 2 16,-11 0 8,12 0 0,-11-2-40,11 2 16,-17 0 16,15 0 8,-11 0 24,11 0-56,-13 1 16,5-3-8,-3 2 32,3 0-8,-1 0 0,-3 0-24,-1 0 16,2-2-8,1 2-16,-3-2 16,1 2-32,-3 0 48,2 0-16,3 0 16,-3 0-16,0 0 8,-1 2 8,1-2-8,0 1 0,1-1-16,-1 0 8,0 0 16,1-2 16,1 0-40,-1 0 8,-3 2-16,0 0 16,0-2 16,1 0-16,-1 0 8,0 0 24,-1 0-24,3 0 32,0 0-24,-1 0-24,1 0 40,2 0-24,1 0 8,-1 0 0,-1 0-8,-1 0 8,0 0 16,1-4 40,1 4-72,0-4 16,1 4 8,1 0-64,1-5 88,8 5-48,-13 0 0,13 0 16,-11-4-24,13 4 8,-13 0-16,11 0-8,-11-4 24,13 4 8,-10 0-8,14 0 0,-5 0-32,-1 0 24,2 0-8,0 0 0,0 0 8,-1 0-24,5 0 32,0 0-16,2-4-32,-2 4 16,0 0-8,0 0 56,2 0-64,0 0-16,0 0-16,0 0-48,0 0 80,4 0 8,0 0-8,3 0 16,-1 0-24,10 0 16,-10 0-16,13 0 56,-13 2-40,17 0-8,-7 0 24,5 0-88,-2 0 32,1 3-8,3-1 8,0 0 24,2 0-8,6 0-8,-1-2 0,1 2 0,2 0 40,-2 1-24,2-1 8,1 0 32,1-2-32,2 0 16,2 0-24,-4 0 0,0 0 16,0 0 16,0 0 16,0 0-16,-2 0-24,-4 0 32,2-2 8,0 0-32,-2 0 16,0 0-32,-2 0 8,0 0 56,2 0 0,-2 0 0,-1 0-8,-3 0 8,-2 0 16,4 0-8,-1 0-8,-3-4 8,0 0 0,-3 0 32,-1 0 24,-11 0 16,0 4-48,0-4 0,-2 4-16,1-4-56,-5 4 48,4 0 0,0-5 8,2 5 24,0 0 0,-2-4-8,-4 4 8,4-4 16,-4 4 80,5 0-96,-5-4-16,0 4 0,0 0-56,0-4 64,0 4 16,0 0-48,-5-4-8,3 4 24,0 0-8,-4-4 0,0 4-16,0-5-24,0 5 24,-3-4-8,3 4-24,-2-4 16,-9 0-8,11 4 24,-2 0 8,-9 0-16,11 0-8,-15-4 8,5 4 24,8-4 0,-15 4-16,6-4-8,-1 4 16,-3 0 48,5-4 0,-5 4-48,-2 0 0,3 0-8,-5-5 16,4 5 16,1-4-48,-5 4 0,-2-4 24,0 4 16,0-4 24,3 4-16,-3-4-24,-2 4-16,0-4 40,-2 4-24,0 0 8,-2-4-8,-4 4 8,-4 0 24,3 0 32,1-4-56,2 4-8,-2-5 65,0 5-65,2-4 40,0 4-48,0-4-16,-1 4-8,3-4 40,-2 4 0,0-4-16,0 4 8,0-4 0,4 4 24,0 0-104,0 0-8,0 0-16,0 0 24,2 0 40,0 0 24,3 0-40,1 0-16,2 0-9,-2 0 33,5 2 8,1 0-40,-2 0 0,13 0-24,-12 0 24,13 0 0,-1 0-24,0 0-16,0 0-16,3 0-16,1 0 8,2 1-16,2-1 0,0 0 0,0 0 32,0 2 8,0 0 32,4 0 32,0 0 0,1 0 32,-1 1-16,12-3-24,-12 2 48,19-2-8,-6 0 0,1 0-16,5 0 0,2 0 0,4 0 8,6 0 16,0 0-24,-2 0 24,4 0 16,0-2 0,4 0-24,3 0-24,-3 0-8,2 0 24,1 0 16,-1 2-32,0 0-16,1 1 0,-1-1-8,3 0 24,-1-2 0,0 0-16,1 2 48,1-2-24,3 0 0,-1 0-24,-3 2-56,-5 0 72,2-2 0,-1 2 8,-1-2 24,-4 0-40,0 0-8,3 2 80,-1 0-56,-2-2 16,-4 0 0,-6 2-48,4 0 32,0 0 0,-2-2 8,-7 0 16,-3 0 8,-15 0-8,2 0 8,11 0-24,-13 2-8,15-2 48,-13 2 24,16-2-32,-15 2 0,9 1-24,-12-3-24,13 2 56,-13-2 24,2 0-56,-2 2 16,-4-2 8,4 0-8,-4 0 48,5 0 8,-5 0 0,0 0 16,0 0-8,0 0-16,0 0-8,-3 0-40,1 0 48,0 0-24,0 0-24,-4 0 24,0 0-48,0 0 16,-1 0 56,1 0-80,-12 0 16,9 0 24,-17 0-40,3-4 56,-6 4-32,0 0-16,-2 0 24,2 0 0,2 0 16,3 0-8,-3 0 16,-6 0-40,0 0 24,0 0 8,0-5-56,2 5 56,0 0 24,-2 0-24,-2-4 16,-1 4-24,-3 0 8,-2-4 8,2 4 56,-3-4-24,1 4-56,-4-4 16,-1 4-32,1-4 48,2 0 0,1 4-8,-1-5-24,-2 1 40,1 4 0,3-4-16,-2 0-16,1 0 16,1 0-32,-4 4 8,3 0-24,3 0-104,-2-4 56,-1 4 0,1 0-8,0 0 56,4-4-40,-3 4 16,3 0 40,4 0-8,0 0-40,4-5 0,0 5 0,1 0 16,-1 0 16,6 0-24,-2 0-8,4 0-32,3 0 56,-1 0 0,11 0 0,-11-4-8,15 4 16,-2 0 0,0 0-40,2 0 8,0 0-24,-2 0-8,3 0 24,1 0-24,2-4-8,0 4 24,0 0-16,0 0 56,0 0-24,5 0-8,-1 0 16,2 0-8,12 0 16,-11 0 32,15 0-16,-3 0 16,2 0-8,1 0 0,1 0-16,4 0 0,0 2 24,-1 0 8,5 0 24,2 0-16,1 1-16,1-1 0,2 0 8,-2 0-16,6 0-8,0-2-40,-3 2 48,1 0 24,-2 0 0,0 0 8,0-2-40,0 2 0,-1 0 8,-1 0 0,0-2-16,-4 0 0,0 0-24,-4 0 8,-5 2 8,1-2-8,-4 2 24,-13 0 32,16 0-8,-15-2 0,15 0 40,-18 0-24,1 0 56,-5 0 16,4 0 56,-4 0 40,0 0-8,0 0 56,0-4-48,0 4-56,-2-4-16,-2 4-56,-1-4 0,-1 4 16,0-4-7,-2 0-49,-11-2-40,11 2 16,-15-1 16,5 1 8,-1 0 16,-2 0-24,-3 0-32,1 0 32,-2 0-16,-4-1-16,0 1 48,-4 0 8,0 0-8,0 4 24,-2-4-112,2 4-8,0-4 56,0 4-48,-2 0 56,2 0-16,-4 0-24,2 0 16,-2 0 24,-1 0-8,5 0 16,2 0 8,-4 0 0,2 0-24,0 0-32,0 0 32,0 0-56,0 2 24,0 0 8,2 0-64,0 2 80,0 0 0,2-2 24,0 2 16,5-1-48,-1-1-24,2 0-1,2-2 9,1 2 40,3 0-40,9 0 8,-8-2 8,9 0-24,1 2 24,0-2-24,0 0 8,2 2-40,-1-2 0,3 2-24,0 0-72,2 0 16,0 0 16,0 0 8,0 0 48,4 0 16,3 1 8,-1-1 40,0 0-48,13 2 56,-15-2 0,16 2 8,-3-2 0,2 2 16,1-2 0,1 0-16,2 0 16,1 0-24,1 0-8,0 1 0,2-1 16,-3-2 0,1 2 32,2 0-24,0 0 8,0 0 0,0-2-8,-1 0 8,1 0-16,0 0 0,-2 0-8,0 0 32,1 0 0,1 2 0,0-2 8,-2 2-40,2 0 32,0-2-8,-5 2-16,-1-2 16,-15 0-24,15 0 8,-15 0 32,17 0-40,-17 0 24,15 0 0,-17 0 8,2 0 48,0 0-8,-2 0 0,-4 0 56,4 0 48,-4 0 8,0 0 0,0 0-32,-2 0-15,-2 0-17,2 0-16,-4-4-40,0 4 0,-3-4-40,-9 4 16,12-4 24,-15 4-112,4-4 48,-1-1-8,-3 5-8,-6 0 48,1 0-48,-1-4 0,-2 4 16,0 0 8,-2 0-16,0 0 0,0 0-16,0 0-16,0 0 40,0 0-8,-2 0 8,2 0 56,-2 0-72,-4 0 16,2 2-16,-2 0-88,0 1 120,-1-1-8,3-2-48,0 0 56,4 2-64,-2-2-9,0 2 73,4 0-32,0-2 8,2 2 0,3-2 0,-1 2 16,6 0 24,1 0-16,10-2-24,-13 0 32,17 0-32,-2 0-8,-1 0-16,3 2-56,0-2 40,2 0 0,2 0 8,0 2-8,0 0-24,0 0 0,4 0 16,2 0 24,11 1-32,-11-1 24,13 0-24,-13 0 24,14 0 48,-1 0-16,0 0 24,3-2 8,3 2-24,2 0 40,4 0 32,0 0-64,0 0 32,2 0-24,2 0-32,0 0 48,2-2-8,-2 2 0,3-2 8,-1 0 0,-2 0-40,0 0 32,0 0 32,-2 0-16,0 0 8,2 0-48,-4 0-8,0 0 24,-2 0 48,-2 0-16,0 0-24,-5 3 0,-1-1 16,0 0 0,-3 0-24,-12-2-16,17 2-64,-19-2 104,13 2-16,-13-2 24,2 0 32,-2 0-40,0 0 80,-4 2 40,0-2 25,0 0 23,-4 0-40,0 0 0,2 0-40,-4 0-48,2 0 0,-5 0-48,-9 0-24,12 0 40,-15 0-32,2 0 8,1 0-16,-5 0-8,-2 0 8,1 2 40,-5-2-48,0 2-24,0-2 32,-2 0-48,2 0 16,-2 0 72,-2 0-64,0 2 32,-2 0 32,-2 0-88,0-2 80,1 2-56,-1-2 32,2 2-24,0-2-32,0 0 0,0 0 8,-2 2 8,0-2 0,2 3 16,-1-1-40,3 0 48,2 0 0,0 0 24,0 0-56,3 0 0,1 0 8,4 0-24,0 0 48,3 0-16,1 0-16,3 0 24,7 0 24,-9 0-80,12 0 88,-1 1-64,1-1-16,4 0 24,0-2-32,2 2-49,0 0 1,0 0 80,6 0-56,0 2 72,1 0 16,13 0-32,-14 0 8,19 1 32,-6-1 0,-1 0-32,7-2 32,0 2 16,4-2-24,2 2 80,-2 0-40,4 0-24,0-1 16,0 1-24,2-2 16,2 0-8,-2 0 40,4 0-8,1 0 0,-1 2-24,2-2-16,0 0-16,-1 0 48,-1-2 0,0 0-24,-2 0 32,0 2-31,-1 0-1,-3 1 40,-2-1-40,-1-2 32,1 2-8,0 0-32,-8 0 16,2 0-24,-2 0 16,-3 0 16,1 0 16,-5 0-24,-9-2-24,9 2 56,-12 0-16,0 0 0,-4-2 32,5 0-24,-5 0 80,0 0 96,0 0-8,0 0-48,0 0-24,-3 0-88,-1 0 24,0 0 64,-2 0-88,-2-4-40,-11 4 16,1-4-48,-1 4 32,2 0-24,-3 0-8,-1 0 16,-2 0-8,-3 0 40,-1 0-32,-2 0-32,-2 0 64,0 0-32,0 0 0,0 0 24,-2 0-32,0 0 32,-2 0 24,0 0-24,0 0-32,0 2 16,2-2-32,-3 2 8,3 0 48,0 0-64,-2-2 24,2 2 0,2-2-72,0 0 56,2 2-16,1-2-8,-3 2 56,2 1-48,2-1 0,0 0 0,2 0-40,0 0 96,3 0 0,5 0-32,1 0 48,9 0-24,1 0 56,-2 0-48,4 0-48,4 0-56,-2 0-88,2 0 96,0 1-32,0-1 104,4 0-24,0 0-16,0 0 32,13 0-32,-11 2 16,17 0 0,-5 0 96,1-2-56,-13 0 40,19 0-40,-9 0-80,3 1 72,2-1 32,3 0 8,3 0 72,8 0-24,0 0-72,2 2 48,3-2-88,1 0 32,0 0 32,3 0-24,-1-2 48,-2 2-64,3-2 40,-1 0-8,0 0 8,-1 0 16,-1 0 8,-2 0-48,-2 0-32,3 0 112,-3 0-56,-2 0 16,-2 0 8,0 0-104,0 0 72,-4 0 24,0 0-16,-7 0-16,-3 0 0,-2 2-16,-11-2 48,14 0 24,-13 0-24,-1 0 32,10 0 48,-16 0 48,0 0 64,0 0 40,0 0-40,0 0-80,0 0-64,-2 0-88,-4 0 0,0 0 24,-11 0 32,11-4-24,-15 4-32,5 0-48,-5 0 8,-3 0-16,-3 0 32,-2 0 8,-6 0-32,-2 0 64,-1 0 0,1 0-32,-2 2-16,0 2-40,0 1 8,-3-1 56,1 0 16,0 0-24,-1 0-8,-1 0-32,0 0 16,-1 0 8,1 1-40,0-1 8,-3 0 8,3 0 64,2 0-64,-1 0 0,3 0-32,2 1 0,0-1 48,2-2 24,-1 2-56,3 0 24,0 0 8,5 0-16,1 0 32,2 0 40,6 1-40,-1-3 40,11 2-16,-9-2-64,14 0 16,-2 0 40,-1 0-24,1 0-8,2 0 8,2 0-56,2 0 40,0 0 16,0 0 8,4 1-16,0-1 0,2 0 8,1 0 8,13 0 32,-14 0-16,17 0 40,-6 0 8,3 0 24,1 0-24,4 0-48,4 0 16,0 0-16,4-2 64,2 0-16,4 0 8,2 0-24,0 0 16,1 0 32,-1 0-16,0 0-24,1 0 16,1 0-24,-2 0-16,3 0 64,-1 0-72,0 0 16,1 0 48,-5-4-72,0 4 24,0-4 8,-1 0-8,-3 0 32,-2 4-8,-2-4-56,-7 4-8,3 0 0,-4-4 40,-2 4 24,-1 0-24,3 0 32,-17 0-8,17-5 0,-17 5 0,0 0-16,11 0-16,-17 0-32,4 0 104,-4 0-24,4 0-32,-4 0 120,0 0-64,0 0-16,0 0 80,0 0-104,-2-4-8,0 4 56,-2 0-88,-2 0 8,-1 0-56,-1 0 8,-8 0 56,9 0-48,-13 0 56,11-4-32,-11 4-72,3 0 56,-1 0 48,-1 0-40,-1 0-16,-1 0 16,0 0-40,-1 0 40,-1 0 16,0 0-16,0 2-8,1 0-48,-3 0 64,0 0-8,0-2-40,1 2 56,-3 1 32,0-1-72,0 0 40,0 0-24,0 0-80,3 0 136,-1 0-56,-2-2-40,2 0 32,0 2-64,3 0 56,1 0 40,0 0-48,1 0-16,-1 0 24,3 0 16,1 0 40,9 0 48,-15 1-104,15-1-24,-11 0 48,13 0-96,-13 0 56,13 0 48,-10 0-32,12 0 40,-3 0-32,3-2-40,0 2-8,2 0 16,2 0 64,0 0-16,0 0-24,0 0 0,0 1 8,0-1-16,4 0 72,2 0-16,1 0-40,9 0 56,-12 0-40,15 0-48,-13 0 56,17 0-24,-7 0 32,1 0 32,3 0-16,1 0-40,2-2 16,0 2 56,-1-2-32,3 0 8,2 0 8,0 0-32,0 2 32,-1-2 40,1 0-80,0 0-8,0 0 16,2 0-16,-2 0 88,-1 0-16,-1 0-40,2 0 8,-4-4-80,-1 4 48,-1-4 8,0 4 24,-3-4 0,1 4-8,0 0-8,-3-4-16,1 4 32,-11 0 0,14 0-16,-15 0 8,11 0-16,-12-4-32,2 4 72,1 0-8,-1-4 0,-2 4-40,0 0-40,0 0 64,0 0-32,-4 0 48,0 0 0,0 0-80,0 0 64,0 0-8,0 0-24,-2 0 8,0 0 24,-2 0 0,0 0-8,-2 0-48,-3 0-24,1 0 40,-8 0 0,9 2 40,-11 0-40,10 0-24,-13 0 8,13 0 56,-15 0-16,6 0-40,-1 0 16,-1 0-24,1 0 40,-1 0-32,-1 0 32,1 3-16,-2-1 8,1 0 56,1-2-80,-2 2 8,-1-2-16,1 2 16,0 0 0,1-2 0,-1 1-16,0-1 16,1 2 72,-1-2-64,3 0 0,1 0-40,-1 2-24,1 0 56,0-2 32,1 0 0,8 0-8,-11 0 8,13 0-48,-11 1 0,11-1 8,-2 0-8,0 0 32,-1 0 32,1 0-48,2 0-8,2 0-16,0 0 40,0 0-40,2 0-24,-1 0 24,1 0-64,2 0 72,0-2 24,0 0-16,0 0 16,5 0 32,1 2 0,0-2-8,13 3 16,-13-3-24,12 0 32,-12 2 24,19-2-64,-6 0 16,1 0 0,3 2 24,2-2 0,2 2 0,0-2-40,2 0-16,2 0 40,-1 0 64,1 0-48,0 0-16,-2 0-16,0 0-48,0-4 80,0 4 0,0 0-16,-2-5-32,-2 5 40,-1 0-8,1 0 8,0-4-16,-2 4-16,-1 0 16,1 0 40,0 0-8,-3 0-40,1 0 24,2 0-16,-3 0-16,-1 0 24,0 0-48,-3 0 24,-10 0 64,17 0-24,-17 0-8,11 0-56,-13 0 24,2 0-16,10 0 40,-16 0-8,7 0-40,-1 0 24,-2 0 16,2 0-16,-2 0 56,0 0-48,-4 0-8,0 0 24,5 0-32,-5 0 40,0 0 0,0 0 96,0 0-64,0 0-24,0 0 0,0 0-104,-2 0 112,-3 0-24,-1 0 24,0 0-32,0 0-8,-2 0 8,-1 0-40,-7 0 40,10 0-40,-13 2 56,13 0-40,-15-2-8,13 0 24,-13 3-24,3-3 32,1 2 8,1-2-40,-3 2 8,0 0 16,1-2-24,-1 2 56,1-2-48,-1 2 16,1 0-8,1-2 16,1 0-16,-1 2 24,1-2-56,-1 0 16,0 2 56,11 0-48,-14-2-8,13 2-48,-11 0 0,12 0 32,-11-2 80,11 0-24,-2 0 0,-1 2 0,1 0-40,0-2 32,2 0-48,2 0-16,-1 2 16,3-2 8,0 3 0,0-3 0,2 0-32,0 2 0,0 0 64,0-2-8,4 0-24,3 2 40,-1-2-24,10 2 0,-9-2 32,11 0-80,-12 0 72,19 2 0,-6-2-8,-1 0 40,3 0-40,2 0-8,-1 0 24,3 0 24,2 0-24,0 0-16,0 0 16,-1 0-8,3 0 24,0 0-32,0-4-8,-2 4 8,2-4-24,0-1 64,0 1-16,0 4-24,-1-4 32,-1 0-16,2 0-32,-2 4 16,-2-4-40,0 0 16,-1 4 48,1-4-32,-2-1 0,-2 1-16,-1 4-32,1-4 64,-3 4 8,1-4-24,-3 0 0,-9 4-8,13 0 32,-13-4 0,11 4 16,-14 0-40,0 0 24,3 0 16,-1 0-8,0 0 40,-2 0-24,-4-4 8,4 4 56,-4 0-72,0 0 8,0-4 0,0 4-8,0 0 32,0 0 0,0-5-64,-2 5 16,0 0 8,-2-4 16,-2 4-16,0-4-16,-3 4 8,1-4 56,0 4-32,-9 0-40,11-4 24,-13 4-40,13 0 16,-10 0 16,10 0-24,-13-4 40,13 4-32,-15 0 48,13 0-32,-13 0-32,5 0 24,-1 0 56,-1 0-40,-1 0 8,0 0-32,1 0-32,-1 0 16,3 0-16,-1 0 24,-1 0-8,1 0 40,1 0 32,-1 0-24,1 0 8,-1 0-64,9 0 8,-11 0 24,13 0-64,-2 0 64,-9 0-72,11 2 40,0-2 48,0 0-24,0 0 8,1 0-16,-1 0 0,2 0 8,2 0-8,0 0-32,0 0-16,0 0-16,2 0 24,0 0 32,0 0-24,0 0 0,4 0 64,0 0-64,2 0 24,0 0 16,15 0-80,-15 0 48,17 0 0,-4 0 24,-1 0-8,3-4 8,2 4 40,3 0-56,5-4 24,0 4-24,0-5 0,2 5-16,2-4 0,1 4-32,-1-4 8,2 4 40,0-4 16,-2 4 32,0-4-48,0 4 0,0-4-24,2 4 48,-1-4-40,-1 0 0,-4 4 8,0-5-8,0 5 40,0-4 8,-5 4-24,-1-4-24,-2 0 48,0 4-24,-3-4 32,-3 0-32,-11 4-16,17-4 56,-7 4 8,-10-4 40,11-1-40,-13 5 8,0-4 0,2 4 32,-2 0 8,-4 0 16,0 0-32,0-4 32,0 4 32,0 0-64,0 0 0,0-4 48,-2 4-72,0 0 8,0 0-24,-4-4-88,0 4 32,0 0 40,-3 0 40,-7 0-16,10 0-32,-15 0 24,13 0-24,-13 0 48,5 0-32,-3-4-24,-2 4 32,1 0-16,-1 0 56,-2 0-48,1 0-8,-3 0 0,2 0 32,1 0 0,-3 2-32,0 0 8,0 0-16,0 0 8,3 0 48,-1-2-32,0 2-24,3 0 64,-1 0-32,0 0-8,1-2-40,1 2-16,-2 0 16,5 1 40,-1-3 48,-1 0-56,-1 2-40,3 0 48,8 0-32,-11-2 24,13 0 88,-13 2-160,13-2 16,-11 2 64,15-2-120,-4 0 72,0 0-8,4 0-56,0 2 8,0-2 24,2 0-24,0 0 16,0 0 16,0 2 48,0-2-64,4 2-16,0-2 40,2 0-24,0 2 64,13-2-32,-13 0-8,13 0 0,-3 2 0,1-2 72,3 0-56,1 0-24,2 0 16,4 0-32,0 0 16,1 2 0,3-2-24,4 0 104,3 0-32,3 0-8,0 0-32,-2 0-96,3 0 56,-1 0 24,0 0 40,1 0-24,-3 0 24,0-4-8,2 4 0,-1-4 0,-1 4 16,-2-4-48,0 0 16,2 0 32,-1 4-80,-5-5 48,-3 1 16,1 0 32,0 0 56,-2 0 8,-4 0-48,-4 4-64,-1-4 24,3 4-32,0-4 24,-7-1 16,1 5 24,-1-4 40,3 4-24,-13 0 16,0-4-40,1 4 8,9 0-16,-12-4-8,2 4 0,1 0 24,-3-4 40,0 4-16,0 0 16,0 0-56,-4-4 16,0 4 32,0 0 8,0 0 0,0 0-24,0 0-8,-2 0-32,0 0 40,0 0 24,-2 0-64,-2 0 32,-3-4-32,1 4 0,0 0 144,-11 0-80,3 0-16,-1-4-24,1 4-104,-3 0 80,-2 0-40,-1 0 32,-1 0 48,2 0-40,-1 0 56,-1 2-24,-4 0-48,0 0 64,5 0-16,-5 0 16,0 0-40,0 2 16,0 0 16,0 0 8,1-2 8,-1 2-32,0 1 0,2-1 0,2-2 24,1 2-32,-3 0-24,0-2 32,4 2 24,3 0-8,-1-2-8,1 1 8,-1-1 16,11 0-72,-11 0 24,13 0-56,-12 0-16,11 0 112,1 0 0,0 0-32,0 0-24,0 0-40,-1 0-32,5 0 0,0 0 24,0 0-32,0-2 8,2 2 56,0-2-32,4 3 32,0-3 24,0 0-48,3 2 16,11-2 8,-12 0-24,15 0-8,-15 2 48,21-2 0,-6 0 8,2 0 0,1 0-32,3 0 0,0 2 0,8 0 48,0-2-96,0 0 16,0 0-40,2 0 16,3 0 128,-1 0 8,0 0-40,0 0-8,1 0-56,1 0-24,0-4 48,-2 4 8,-1-4 16,-1 4 40,4-5 8,-4 5-56,-4-4 16,-2 0 24,0 4-8,2-4-8,-4 0 16,-2 4-48,-6-4 40,-1 0 32,1 4-8,-15-4-80,15 4 56,-15-5 16,15 5-8,-15-4 40,0 4-24,-2 0 0,0-4 56,0 4 0,0 0 16,-4 0-16,0-4-40,0 4 48,-2 0-24,0 0-32,0 0 0,-4 0-8,0 0-64,0 0 88,-1 0-80,-1 0-40,-10 0 88,11 0-48,-11 0 16,12 0 8,-17 0-8,2 0 8,1 0 48,-1 0 0,-2 0-40,1 0 16,-7 0-40,2 2 32,2 0 24,-2 0-56,-2 0 16,0 0 40,1 0-32,1 0 56,-2 1-64,-2-1-24,0 0 48,-2 0 0,4 0 8,0 2 16,-2-2-32,2 2 40,0-2 56,5 0-64,-5 0-32,0 0-48,0 0 24,0 0 16,2 1 24,0-1-32,0 0-24,1 0 32,1 0-8,2 0-24,2 0 8,-1 2-16,-1-2 0,6 2 56,1-2-40,-3 0 32,1 0-24,12 1-8,-13-1 32,13 0-88,-2 0 8,-9 0 0,15 0-16,-2 0 8,2 0-8,0 0-48,0 0-16,2 0 32,0 0 16,0 0 16,0-2 8,0 2 0,4 0 16,0 0 32,2 1-16,0-1 24,0-2 0,15 0-8,-15 0 32,17 0-64,-17 0 8,19 0 24,-4 2-24,1-2 16,1 0 8,2 0-40,0 2 24,1-2 40,5 2-8,2-2-32,-2 0-24,0 0 0,0 0 0,2 0 40,-2 0-8,-2 0 0,0 0 40,0 0 0,0 0 16,0 0 8,-2 0-48,-2 0-24,1-4-8,-1 4-8,0 0 24,-2 0 24,-3 0 48,1 0-32,-3 0-8,-11 0 32,11 0-24,-14 0 24,15 0 0,-15 0-32,0-4 8,-4 4 48,4 0 40,3 0-8,-3-5 64,-4 5-64,0 0-24,-2 0-16,0-4-56,-1 4-16,-3 0 40,-2-4 8,0 4-24,-1-4 16,-7 4-96,8-4 48,-15 0 64,6 4 0,-1-4 16,-5 4 16,-2-4-112,-1 4 56,1 0 40,0 0-56,-2 0 32,-6 0-32,0 0 40,2 0 40,2 0 32,-2 0-40,-2 0-32,0 0 0,2 0 0,2 0 16,-4 0-32,0 0 8,0 0 40,0 0-8,0 0 8,2 0-32,-2 0-32,0 0 40,2 0 8,0 0 0,-4 0-40,2 0 0,2 0 0,0 0 24,2 0 16,-2 0-8,2 0-24,1 0 8,1 0 8,4 0 32,0 0-24,-2 0-8,7 0 0,1 0-64,1 0 40,8 0-16,-13 0 8,13 0 16,-9 0-8,11 0-24,-2 0-16,-1 0 0,3 0 48,0 0-72,2 0 0,2 0 24,2 0-72,0 0 96,0 0-40,0 0-8,0 0 0,4 0 16,0 0 32,0 0-24,0 0 72,1 0-48,1 2 24,0 0 0,0-2-80,13 2 8,-15-2 40,16 2 0,-13 0 8,15 0-8,-5-2-64,-11 2 24,21 0 32,-8 0 72,1 0-48,1 0-48,-1 0-8,3 0-32,4-2 48,0 2 40,0-2-40,2 0-8,-1 0 40,1 2-32,0-2 16,2 3-32,-2-1-8,0 0 32,0 0 32,2-2-24,-2 2-8,-2 0-24,2 0 8,-1 0 32,1 0-16,-2 0 0,0 0 0,2 0 8,0 0 64,-2-2-104,0 2 8,-3 0 8,3-2-8,0 3 88,-2-3-8,-5 0-32,1 0-24,0 2 0,-3-2 8,1 0 8,-13 2 16,17-2 0,-7 2 8,3-2-24,-13 0-16,17 0 24,-17 2 0,15 0 32,-15-2-32,12 0 8,-14 0 8,1 0-8,11 0 40,-12 0 24,0 0-56,1 0 8,-1 0 24,0 0-48,0 0 40,-4 0-8,0 0 8,4 0 48,-4 0 16,4 0-24,-4 0-8,0 0 24,0 0-40,0 0 24,0 0-48,0 0 24,0 0-32,0 0 32,-2 0-40,-2-4-40,-2 4 48,0 0 0,-1-4-16,-1 4 24,-13-5-16,5 5 0,8 0 32,-13 0-32,2-4-40,-3 4 48,1 0-56,1 0 16,-1 0 64,-2 0-88,-2 0 40,1-4 32,-1 4 16,0 0 32,-2 0-32,-4 0-40,0 0 8,0 0-24,0 0 56,-2 0-40,0 0 24,-2 0 32,2 0-40,0 0 40,-2 0-56,-2 0 8,0 0 32,2 0-32,-3 0 8,-1 0 8,2 0 104,2 0-72,0 0-32,0 0 8,2 0-120,0-4 88,4 4 64,2 0-24,2 0-40,0 0 32,3-4-48,3 4 16,3 0 32,7 0-56,-13 0 0,15 0 24,-9 0-8,10-4 0,-3 4 48,3 0-40,0 0-24,4 0 0,0 0-120,2 0 32,0 0 8,0 0 64,4 0 40,0 0-24,2-4 0,1 4 8,11 0 8,-12 0 40,17 0-8,-6 0-32,1-4-8,3 4 8,4 0 0,4 0-16,-1 0 8,5 0-48,7 0 24,1 0 24,6 0-40,1-5 8,-1 5-16,5 0 8,0-4 16,1 4-24,-1 0 0,0 0-8,1 0 32,3 0 0,-2-4-24,-1 4 48,-1 0-40,2-4 24,-1 4 16,1-4-24,-5 4 8,1-4 16,0 4 32,1 0-8,1-4 40,-7 4-32,-1-4 0,3 4 0,-6-5-32,-1 5 0,-7 0 8,2-4 64,2 4-48,0 0 32,-4 0-8,-6 0-48,2 0 120,2 0-88,-2 0-16,-7 0-16,-3 0-56,0 0 88,1 0 0,-1 0 24,-13 0-32,17 0 0,-17 0 40,15 0-56,-15 0 24,10 0 32,-16 0-16,4 0 8,3 0-8,-1 0-48,-2 0 16,-4 0 32,0 0-16,0 0 40,4 0-40,-4 0 16,-2 0 56,0 0-40,0 0-40,0 0-32,0 0 24,-2 0 72,-1 0-72,3 0 40,-4 0-40,0 0-24,0 0 56,2 0-64,0 0 8,-3 0 24,1 0-32,0 0 32,0 0 24,-3 0-48,-7 0 32,10 2 16,-11 0-8,11 0-8,-15-2-16,3 3-8,1-3 16,1 0 24,-3 0 16,-1 0-48,-3 0-8,2 0 8,1 0 0,1 0 56,-4 0-56,-1 0 8,1 0-24,0-5 0,2 5 48,-3-4-32,-3 4 48,2-4-24,2 4-32,1-4 16,-3 4-16,2-4 8,3 4 40,-1-4-16,2 4-40,-3-4-40,-1 4 56,4-5 16,3 5 48,-3-4-80,1 4-8,1 0 24,11-4 8,-2 4 64,-1 0-88,-7 0 0,12-4-16,0 4 24,2 0 0,-3 0-64,3 0 16,-2 0-32,4 0 16,0 0 24,0 0-32,0 0 48,0 0 16,4 0 48,3 0-16,-1 0-32,0 0 16,10 0-32,-9 2 40,17 0 24,-7-2-8,2 2-32,1 0 48,5 0-8,6 0-40,-2-2 72,0 3-104,0-1 32,8 0 48,-2 0-64,0-2 32,-2 2 32,2-2-40,2 0 24,0 0 8,-1 0-56,-3 0 24,0 2-24,2-2 32,-2 0-32,-4 0 56,-3 0 32,3 0-48,2 0-24,-2 0-40,-4 0-16,-2 0 48,-3 0 40,7 0-8,-4 0-16,-5 0-8,-1 0 16,0 0 16,-1 0-24,1 0 0,-13 0-24,12 0 24,-10 0 24,11 0-16,-13 0-32,-4 0 16,4 0 40,0 0 64,2 0-48,-6 0 0,0 0-8,0 0-40,0 0 88,5 0-32,-5 0-40,0-4 16,0 4 16,0 0 16,0 0 16,0 0-32,0 0-48,0 0 40,0 0-16,0-4-32,-2 4 56,-5 0 24,-1-5-24,2 5 24,-2 0-80,-11-4 0,11 4 16,-11 0 24,13 0 8,-13 0-64,11-4 40,-12 4 8,11 0 32,-11 0 48,3 0-56,-4 0-8,3 0 16,-1 0-48,1 0 32,-1 0-72,-1 0 16,-1 0 32,4 0 24,1 0 16,-3 0-32,-3 0-32,-1 0 16,2 0 8,3 0 16,-3 0 16,-2 0-40,3 0 8,3 0-16,9 0-32,-13 0 16,5 0 0,7 0 32,-7 0 0,12 0-32,-2 0 40,-11 0-40,15 0-48,-2 0 32,2 0-80,0 0 8,-4 0 48,3 0 56,1 0-40,2 2-8,0 0 16,0 0-64,5 0 72,1 1 16,10-1 16,-12 0-32,3 0 24,15 0 8,-16 0 8,21 0 48,-8 0-32,2 0-40,5 0 8,3 0-24,0 0 0,-2-2 56,4 0-88,0 2 40,4-2-16,-2 0-32,-2 0 88,2 0-24,0 0 32,2 0-24,-2 0-48,-2 0 24,0 0 24,-4 0 40,-4 0 72,2 0-96,-3 0 0,-1 0 16,-3-4-104,1 4 56,0-4-24,-1 4-8,1 0 48,1 0 48,1 0 16,-2-4-64,-1 4 16,-1 0-8,-1 0 24,-10 0-8,17 0 8,-19-4 0,13 4 16,-13 0-32,2 0 8,-2 0 0,0 0-16,1 0 48,-1 0 32,-4 0-96,0 0 0,0 0 40,0 0-48,0 0 88,0 0-64,-2 0-24,-3 0 16,1 0-24,0 0 32,-2 0 8,-2 0-16,-9 0 40,11 0 24,-10 0-32,7 0-24,-11 0-24,3 0 72,9 0-128,-23 0 136,2 0-96,-2 0-64,-2 0 168,10 0-112,3 2 168,-3 0-112,-2 0-8,2 0 40,3 0-104,1 0 80,1 0-80,-1 0 56,3 0 16,7 0 8,-9-2 24,11 3-80,-11-1 48,12-2-24,-3 2 40,1 0-48,2 0-48,-2 0 40,2 0 16,1 0 16,3 0-48,0 0-32,-2 0-8,2 0 32,0 0-8,2 0 8,0 0-32,0 0-8,0 1 48,0-1-16,0 0 8,0 0 8,4 0 8,-4 0-8,6 0 24,11 0-48,-13 0 0,13 0 48,-13 0-16,16 0-8,-3 0 16,-1 0-8,-9 0 0,19 1 64,-5-1 16,0 0-88,-3 0 72,-12-2-112,13 0 48,-13 2 96,13 0-104,-13-2 104,13 0-88,-13 2-16,14-2 64,-15 0-32,13 0 40,-14 0-24,15 2-24,-15-2-16,12 0-32,-9 0 24,11 0 64,-12 2-24,11-2 16,-13 0 16,2 0-40,0 0 64,1 2-8,-1-2-40,-2 0 48,0 0-48,-4 0 8,4 0 0,-4 0-24,0 0 48,0 0-24,-2 0 48,-2 0-64,-2 0-8,-11 0 48,9 0-56,-13 0 24,13 0 56,-19 0-120,3 0 56,-7 0 32,0 0-24,2 0 16,2 0-8,0 0-32,0 0 8,2 0 48,3 0 48,-1 2-16,-4 0-56,0 0 24,3 0-64,-1 2 32,-2-1-16,0 1-8,2 0 8,3 0-16,-1 0 72,0-2-24,-2 0 32,1 2-40,1 0-48,2 1 24,-3-1-72,-3 0 24,2 0 88,2-2 0,-2 2-64,1-2 24,-3 0-56,2 0-32,6 2 104,-3 1 8,-3-1-56,0 0 16,2 0-24,3 0-16,1 0 80,-3-2-8,-1 2 24,6 1 0,1-3-48,-1 0-24,-1 2-16,-1 0 8,11 0 32,-9 0-8,11-2-32,-14 0 16,13 2 16,-9 1 8,12-1 16,-5-2-24,-7 0-8,10 2 16,0-2 0,1 0 0,-1 0-48,2 0 24,0 0 8,2-2 0,2 0 16,0 2-56,-2-2-16,2 0 24,0 0 16,0 0 8,4 0-24,-4 0 8,4 0 40,2 0-8,11 0 16,-13 0-16,2 0-24,13 0 32,-13 0 8,19 0 0,-9 0-24,-10 0 8,21 0 0,-6 0 0,2 0 8,-5 0 8,3 0-8,-1-4-8,5 4 8,0 0-40,-2-4 8,-1 4 40,1 0 16,4 0 16,-2 0 0,-1-4 16,1 4-56,0 0 16,2 0 0,0 0-32,-5 0 0,3 0 8,0 0 16,0 0-16,0 0 16,-5 0 0,1 0 8,2 0-16,1 0 32,-5-4-57,-1 4 9,-1 0 32,2 0-32,-1 0 48,-1 0 8,-11 0-32,10 0 24,-9 0-16,11-4-24,-14 4 0,0 0 72,3-4-15,-1 4-9,0 0-8,-2-5-48,0 5 24,-4 0 64,4 0-32,3 0 0,-7 0-40,0 0-24,0 0 56,4 0 16,-4 0-16,0 0 8,0 0 8,0 0-8,0 0-40,0 0 24,-2 0-8,0 0-24,-1 0 24,-1 0 16,2 0 8,0 0-32,0 0-8,-2 0 24,2 0 32,0 0-32,0 0-16,-2 0 0,0 0-24,2 0 48,-1 0 8,1 0 8,0 0-48,-4 0 32,4 0-48,0 0-8,0 0 24,-2 0 16,2 0 0,0 0-16,0 0 24,0 3-48,-1-3 40,-1 2 8,2 0-40,0 0 24,0-2-24,-4 2 0,0-2 56,4 0 32,-2 2-48,-3-2 0,1 0 0,-2 0-32,2 0 24,4 0-8,-5 0 48,1 0-40,0 0 8,2 0 32,-2 0-56,0 0 40,-1 0 24,-9 0-32,14 0-24,-4 0-24,-11 0 0,11 0 32,0 0 80,-3 0-40,-7-4-8,8 4-16,-13 0-32,15-4 48,-13 4-24,13-5 48,-15 5-72,5-4 24,8 4 32,-11-4-64,11 4 96,-17-4-64,6 0 0,11 4 16,-12-4-56,1 4 40,-2-4 0,3 4 56,1-4-64,9 4 48,-17-5-40,5 5-32,1 0 88,2-4-48,1 4-32,-3-4 56,1 4-24,1-4 16,9 4 40,-13-4-104,5 4 16,-1-4 0,11 4 8,-10 0 40,9-4-40,-1 4 24,-10 0 0,13-4-8,-1 4-16,0-5-24,-2 5 16,0 0-16,1 0 96,1 0-56,2 0-16,-2 0 32,2 0-72,0 0 72,2 0 16,-1 0-32,1 0-40,0 0-8,2 0-48,0 0 16,0 0 32,4 0-8,1 0 32,-1 0 16,2 0 0,10 0 8,-16 0-24,7 0 8,13 0 8,-14 0-16,15 0-24,-15 0 32,15 0 40,-5 0-24,3 0 8,-2 0-8,-1 0-80,3 0 56,3 0 0,1 0-8,0 0 16,-3 0 0,5 0 48,2 0-40,0 0 0,-2 0 8,-3 0-32,5 0 32,2 2 8,-2-2-48,-2 3 0,-1-1 16,1 0 40,2 0-16,-2 0-16,-2-2-40,-3 0-8,1 2 56,4 0 16,-3-2-8,-1 0-32,0 0-8,1 0 0,3 2 0,-2-2 32,-3 0 16,-1 0-8,2 0-8,-1 2-40,-1-2-16,-13 0 8,17 0 48,-7 0 80,1 0-56,-11 0-16,11 0-8,-13 0-24,2 0 96,10 0-32,-16 0 24,7 0-96,-1 0-16,0 0 64,0 0 0,0-4-8,1 4-8,-1 0 16,0 0-56,10-4 56,-11 4-40,1 0-8,0-4 24,11 4-16,-13 0 48,2 0-8,0-4 24,11 4-24,-13 0-16,0 0-32,2 0-40,-2 0 56,2 0 16,1-5 8,-1 5 0,-2 0-24,0 0 16,2 0 16,0 0-32,1 0 32,-1 0-40,0 0 0,0 0 48,0-4-64,11 4 8,-13 0 48,0 0-40,2 0 48,11 0 8,-13 0-64,2 0 16,11 0 56,-13 0-40,2 0 8,10-4-24,-11 4-32,1 0 64,12 0-16,-13 0 8,11-4-16,-12 4-24,2 0 56,11 0 24,-13 0-16,2-4 8,0 4 8,11-4-16,-13 4 0,2 0 8,0-4-32,11 4 8,-17-4 24,6 4 0,-2-5-8,0 5-16,1-4 0,-1 0 0,0 4 8,-4-4 8,4 0 0,-4 4-8,4-4 32,0 0-24,-4 4-40,4-5 8,-4 5-24,0-4 40,4 4-24,1-4 8,-5 0-16,0 4 16,4-4 32,-4 0-24,4 4-8,-4-4 0,4 4 16,-4-4-24,0 4-8,0-5 64,0 1-24,4 4-32,-4-4-8,4 0-72,-4 4 56,0-4 24,4 4 32,0-4-16,1 4-16,-5-4-16,4 4 24,0-4 16,0 4-8,-4-5 16,4 5-32,-4-4 16,4 4 0,-4-4 8,4 4-32,-4-4 72,0 4-48,0-4 40,0 4-8,0-4-8,0 4 8,0-4-16,0 4 16,0-4-48,0 4 32,0 0-8,0-5 32,0 5-72,0-4-8,0 4 40,0-4-16,0 4 72,-2 0-8,0-4-48,0 4-24,0 0 16,0 0-16,0-4 24,-2 4 16,-2 0-16,2 0 8,-3-4 0,3 4-48,-2 0 0,0 0 32,-2 0 16,1 0 24,-1 0-24,0 0-24,0 0 0,-1 0 32,-7 0 8,10 0-8,-3 0-40,-7 0-8,10 2 8,-3 0 24,-7 0 0,10 0-8,-11 0 24,11 0 8,0 0 16,-11 2-24,11-2-16,-2 0 24,0 3-32,-1-3 40,1 0-48,0 2-48,0-2 56,1 0 24,1 0-16,0 0 8,0 0-48,2 0 0,2 0 32,-1 0 8,1 0 32,0 0-56,0 1 24,0-3 16,2 2-32,0-2 56,0 0-72,0 2 8,0-2 0,0 0-24,0 0 16,4 0 112,0 0-104,1 0-8,-1 0 0,0 0-88,0 0 120,0 0 32,2 0-40,1 0-8,-1 0 8,0 0-16,10 0 48,-11 0-8,1 0-80,12-4 56,-14 4-24,13-5 24,-13 5 24,13-4 0,-13 0 0,12 0-8,-10 0 24,11 0-56,-13 0 8,13-3 80,-11 3-56,10-2 8,-9 0-24,9 0-56,-12 0 72,13-1 8,-13 1 72,2 0-88,13 0-16,-15 0 24,2-11-40,0 17 48,11-6 8,-17 0-48,6-11 8,0 17 40,0-6 8,-2 0-40,0 0 0,-4-1-24,5 1-8,-1 0 72,-4 0-40,0 0 0,0 1 8,0 1-48,0 0 56,0 0-48,0 0 24,0 0 24,0 0 0,0 0-8,0-1-40,0 5 8,0-4-8,-2 0 56,0 4-40,-3-4 48,3 4-40,0-4-8,-2 4 56,-2-4-80,2 4 104,-2 0-56,2 0 8,-1-4-40,1 4-64,0 0 72,0 0-8,0 0 32,0 0-16,0 0-8,0 0-8,-1 0 24,1 0 16,0 0-48,0 2-8,0 0 24,0 0 40,0 0-8,-1 0 0,1 0-56,0 0 16,2 2 40,0-2-16,0 2 32,0 1-40,0-1 8,0-2 16,0 2-40,0-2 8,0 2-24,2-2 40,0 2 16,0 0 48,0-2-72,0 1-8,0 1 24,0-2-40,0 0 40,0 0-24,0 0 0,0 0 0,0 0 16,0 0 0,0 0-24,0 0 8,0 0 48,0 0 8,0 0-40,0 1-8,0-3-32,0 0 32,4 2 48,0-2-32,0 2 32,-4-2-24,4 2-8,0-2 24,0 0-80,-4 0 32,5 0 40,-1 0-32,0 0 24,0 0 32,-4 0-32,0 0-24,4 0 0,-4-4 24,4 4-8,0-5 0,-4 1-8,4 0-16,-4 0 24,5 0 24,-1 0-40,0 0-8,-4 0 24,4-1-8,-4 1 24,4 0-16,-4-2-48,4 2 24,-4 0 8,4-2 8,-4 1 48,0 1-48,0 0 8,0 0 8,0 0-16,0-2 24,0 2-40,0-1-16,0 1 40,0 0-8,4 0-8,-4 0 24,0 0-40,0 4 8,0-4 48,0 0-64,0 4 8,0-5 16,0 5 0,0-4 40,0 4-16,0-4-40,0 4 8,0 0 8,0 0-24,0 0 0,0 0 40,0 0-16,0-4 16,0 4-48,0 0 0,0 0 8,0 0 16,0 0 8,0 0-32,0 0 0,0 0 80,0 0 32,0 2-32,0 0-24,0 0-8,-2 0-8,0 0-48,0 0 48,0 3 24,0-1-48,0 0 40,0 0-56,0 0-96,0 0 96,0 0 64,2 0-8,0 1 80,0-1-112,0 0-24,0 2 24,0-2-40,0 0 48,0 0 32,0 3-32,0-3 48,0 0-40,0 0-24,0 0 56,0 0-40,0 0 16,0 0 40,0 1-72,4-1 0,-4 0 32,4-2-16,-4 0 16,0 0-16,0 0 24,4 0 8,-4 0 16,4 0 0,0-2-48,-4 0 0,5 0 16,-1 0 32,0 0-24,0 0 0,0 0-24,0 0 16,0 0 16,-4 0-40,5-4 8,-1 0 8,0 0 24,2 0 24,-2 0 24,0 0-72,0-1 0,3 1 8,-1-2-24,0 0 32,-2 0 8,0 0 48,2-1-24,1 1 16,-3 0-56,0-11-64,0 17 40,0-6 88,-4-10-8,4 12 8,-4-3-24,4 1-80,0-10 48,1 12 0,-5-3-32,0 1-8,4-10 48,-4 16 0,0-7 32,0-9-16,0 12-96,0 0 40,0-3 16,0 1-24,0 0 16,0 0 16,0 0 40,0 0-24,0-1-8,-2 1-56,0 0-48,0 2 64,-1 0 80,-1 0-72,2-1-16,-2 1-8,0 4-16,2-4 88,-2 4-16,0-4-24,0 4-32,-1-4 24,1 4 40,2 0-16,-2 0-32,0 0 24,-2 0-48,2 0 40,0 0-8,-3 0-56,1 0 88,0 0 16,2 0-40,-2 0-24,-1 0-40,1 0 16,0 2 72,2 0 40,0 0-8,-2 0-56,1 0 0,1 2 32,2-2-40,0 3-8,-2-1-8,2 0 24,0 0 88,0-2-72,0 2-16,0 0-16,0 0-56,2 1 96,0-1 48,0 0-120,0 2 8,0-2-40,0 2-48,0 0 88,0-1-40,0 1 56,0 0 24,4 0 8,0 0-32,-4 1 8,4-1-24,0 0 32,0 0 24,0 0-32,1 1 0,-1-1-24,0 0 16,0 0 40,2 0-8,-2 1-32,0-1 8,3 0 8,-1 0 8,-2 0 32,0 0-40,0 1-16,2-3 48,1 2-16,-3-2 0,0 0 0,0 0-8,0 1 24,0-3 32,0 0-16,1 0-24,-5 0 24,4 0 0,0 0 0,0-2 0,-4 0-40,4 0 16,0 0 16,-4 0 0,4 0-16,-4 0 0,4 0-16,1 0 32,-5 0 8,4 0-16,-4-4-8,4 0 0,-4 0 32,4 4-40,-4-5 0,0 1-16,4 0-24,-4 0 64,0 0-16,4 0 8,-4 0-8,0-1-32,0 1 24,4 0 0,-4 0 0,0 0 16,0 0 16,0 0 32,0 0-40,0-1-48,0 1 0,0 0 8,0 0 16,0 0 56,0 0-8,0 0-88,0 0 104,0-1-48,0 1-48,0 0 32,0 0-40,-2 0 48,0 4-24,0-4-40,0 4 24,2 0-24,0-4 56,-2 4 0,0 0-8,0 0-8,0 0-24,0 0 32,0 0-32,-2 0 16,-1 0-56,1 0-8,2 0 8,-2 0 16,-2 0 56,2 0 8,0 0 8,-3 0-40,1 2-8,0 0 16,0 0 64,2 2-64,0 0 16,-3 0-40,3 0-56,0 0 112,0 3-16,0-1 16,-2-2-24,2 2-24,-1 0 24,1 1 24,0-1-8,0 0 24,0 0-16,0 2-8,0 1-16,0-1-16,-1 0 0,1 0-8,0 9 56,2-13-88,0 2 8,0 3-8,0 7-16,0-12 136,0 2-56,0 3-16,0-1 16,2 0-41,0 0 57,0 1 17,0-3-66,0 0 33,0 0 0,0 0 16,0 1 8,0-1-40,0 0-16,0 0 40,0-2 24,0 0-16,0 1 48,0-3-31,0 2-9,4-2 24,-4 0-32,4 0-40,-4 0 40,0-2 0,4 0 48,-4 0-32,4 0-32,-4 0 16,4 0 0,-4 0 16,4 0 16,-4 0-32,5 0-8,-1 0 32,0 0-24,0-4 8,0 4-32,-4-4 8,4 0 16,0 4 16,3-4-8,-1-1-16,-2 1 24,2 0-8,0 0 32,-2 0-16,0 0-48,3 0 40,-3 0 16,2-3 8,0 3-24,-2-2-40,0 2 0,1-2 8,-1-1 32,0 1 0,-4 0-8,4 0-24,-4 0 16,4 0 16,-4-1-48,4 1 8,-4 0 24,0-11 16,4 13 8,-4-2-24,0 0 0,0-11-24,0 13 0,0-2 32,0 0-32,0-11 8,0 13 16,0-2 56,0 0-8,0-11-8,0 13-8,0 0-32,0-2 0,-2-11-8,0 13-24,-2 0 8,0-2 32,0 0 0,2 0 8,-2-11-32,0 17 0,-1-6-16,-1 0 40,0-1-40,0 1 0,2 0 24,-3 0 56,3 0 0,-2-1-40,0 1-8,0 0-24,0 0 32,-1 2 16,-1-2 64,-8 1-104,11 1 8,-1 0 16,-10 0-72,12 0 48,-5 0 0,-7 0 8,12 0 16,-5-1 8,-7 5-24,10-4 0,-11 4 24,11-4-32,-2 4 40,-9-4-56,11 4-8,-2 0 80,-9 0 24,11-4-72,-2 4 32,-9 0-32,13 0-64,-2 0 104,-2 0-24,-9 0-8,13 0 0,-2 0 24,0 0-48,0 0-8,-1 0-24,1 0 48,0 0 16,4 0-32,-2 0 0,2 0-72,0 0 8,0 0 112,0 0-40,2 0-8,-3 0 8,3 0-72,0 0 72,0 0-48,0 0 32,0 0-8,0 0 16,0 0 32,0 0-56,0 0 48,0 0 0,5 0-16,-1 0 40,0 0-88,-4 0 32,4 0 56,2 0-16,0 0 16,1 0-24,-3 0-32,2 0 32,-2 0 32,2 0-8,-2 0 8,0-4 8,1 4-16,1-4 32,-2-1-40,0 1-24,-4-2 8,4 2 24,0-2-8,0 0 8,-4-1-8,5 1-16,-1 0 40,-4 0 8,4 0-24,-4-1 0,4-9 24,-4 16 24,0-6-32,0-11-8,0 13-40,0 0-16,0-2 56,0 0 32,0-1-72,-2 1 0,-2 0-8,0 0-8,2 0 64,-3-1-56,-1 1 8,0 0 8,2 0-16,-2 2 16,2-2-8,-3 1-40,1 1 64,0 0-64,-2 0 48,-1 4 16,-7-4-56,10 4 144,-2-4-88,-9 4-32,11 0-8,-15-4-32,15 4 56,-13 0 8,13 0 16,-12 0-24,9 0-16,-11 0 16,14 0 0,-13 0-24,13 0-40,-17 2 72,15 0 8,-9 0 32,9 0-8,-13 4-40,13-2 0,-10 2-72,11-1 48,1 1-56,0-2 8,0 0 32,0 2-56,-1-2 32,5 0-16,0 1 56,-2-1-40,2 0 0,0-2 64,2 0-64,0 2-16,0 0 56,0 0-80,4-2 24,0 3 120,0-1-104,3 0 40,-1 0 24,0 0-48,0-2-24,11 2 72,-13 0-56,2 1 16,10-1 40,-9-2-96,13 2 64,-13 0 24,13 0 8,-14-2-16,17 2 0,-17-2-16,19 0-8,-8 0 56,-1 1-72,1-1 32,-11 0 24,19-2-8,-9 0 88,1 0-48,-11 0-24,16 0 56,-15 0-80,11 0 32,-12 0 24,11-4-72,-13-1 96,13 1 72,-13 0-16,2 0 0,0 0-32,0 0-32,1 0 8,-1 0 32,0-1-32,-2 1-48,0 0 32,0 0-24,0 0 16,-4 0 32,0 0-72,0-1 24,0-1-8,-2 2-32,0 0 16,-4 0-80,0 0 72,-11 0 24,11 0 0,-2-1 48,-13 1-72,13 0 16,-13 4-24,13-4 24,-15 0-48,5 4 32,-1-4 56,3 4 0,-3 0 56,-8-4-120,-6 4-16,-2 0 40,2 0-40,0 0 40,2 0-40,4 0-32,3 0 40,1 0 0,2 2 0,1 0-16,1-2-16,-2 2 64,3 0 8,-1-2-8,3 2 24,-1-2-32,1 2 40,9 0 16,-1-2-72,0 0-32,-9 2 8,15-2 8,-2 0 0,4 2-8,0 0-56,-2-2-32,2 2 64,0 0-24,0-2-8,4 2 32,-4 1 0,4-1-8,3 0 16,11 0-40,-14 0-8,2 0 40,17 0 32,-6 0-48,3 0 80,-3 2-40,1-2-16,-1 0 160,-1 0-136,-9 0 40,15 0-8,-5 1-104,1-1 80,1-2 8,0 0-8,-3 2 0,3-2 24,1 0 0,1 0-40,0 2 24,1-2 0,1 0 8,0 0 56,0 0-32,-3 0-40,-1 0 32,-1 0 8,1 0 8,-3 0 80,-9 0-88,13 0 16,-14 0 32,11 0 24,-13 0-40,2 0 8,0-4-16,1 4-96,-1-5 120,-2 5 16,0-4-64,0 4 24,0-4 24,-4 4-40,0-4 8,0 4-24,0-4-16,0 4 16,0-4 0,0 4-32,-4-4-8,0 0 40,0 4 8,-2-5-8,0 5-16,-1-4-48,1 4 64,0-4 24,-2 4-16,0-4-16,-1 4-24,1 0 16,0 0 24,-1 0-16,1 0-24,0 0 0,0 0 8,-1 0 16,1 0-16,0 0 24,0 0 48,-1 0-72,1 0 32,0 0-64,-9 0-40,13 0 56,-2 0 48,0 2-24,-2 0-32,1 0 24,-1 0-24,2 0 40,0 0 8,0 1-56,1-1-8,1 0 16,0 0 64,0 0-32,2 0-24,-2 2-16,2-2 24,0 0 40,0 2-48,0-2-40,0 0-8,-1 0 32,1 3 24,2-3-8,-2 0 24,0 0-40,2 0 16,0 0 24,0 0-32,0 0-24,0 0 16,0 0 32,0 0-16,4 0 16,1 0-24,-1-2 0,0 2 0,2 0 72,0-2 16,0 0-64,11 3-16,-13-3 0,2 2 16,11-2-8,-13 0-8,12 0-24,-11 0 24,13 0 0,-14 0 16,15 0 8,-15 0 56,15 0-32,-13 0-40,12 0 16,-12 0-88,11 0 80,-11 0 32,13 0 96,-15-5-104,12 5-24,-11-4 40,11 4-96,-12-4 112,2 4 40,1-4-80,-1 4 8,0-4 8,0 4-72,0-4 56,-2 4-24,1-4-16,-1 4 56,0-4-16,0-1 0,0 5-8,-4-4 24,4 4-8,0-4-16,-4 4-8,5-4-48,-5 4 48,0 0-16,4-4 56,-4 4-40,0 0-8,0 0 64,0-4-48,0 4 16,0 0-24,0 0-16,0 0 8,0 0 32,0 0-32,0 0 8,0 0 24,0 0 32,0 0-40,0 0-40,0 0 0,0 0 0,0 0 40,4 0 16,-4 0-32,0 0-32,0 0 88,0 0-64,0 0 32,0 0-32,0 0-16,0 0 80,0 0 0,0 0-56,0 0 24,0 0 8,0 0-64,-2 0 16,0 0 56,0 0-32,0 0 0,-1 0 16,1 0-40,0 2 16,0 0 0,0 0-8,0 0-8,-4 0 16,2 2 32,-2 0 0,1-2-48,-1 3 32,0-1 0,0 0 8,2 0 24,0 0-40,-3 0 88,1 0-80,0 0 0,2 1 16,0-1-136,0 0 80,-3-2 24,5 0 64,0 2-32,0-2 0,0 0-24,-2 0-32,2 0 64,0 0 8,0 0-8,0-2-48,2 3 40,0-3-8,0 0 8,0 0-64,0 0 64,4 0-16,0 0-24,0 0-8,2 0 24,-1-5-16,1 5 0,0-4-24,0 0 40,0 4 56,1-4-40,9 0 32,-12 0-56,2 0 8,1 0 32,9-1-32,-12 1 0,2 0-16,1 4 8,-1-4-8,10 0 0,-16 0-16,6 0 24,1 4 16,-1-5 8,0 5-8,0-4-48,-2 4 96,1-4-48,-1 4 8,0-4-32,0 4-88,-4-4 72,4 4-16,-4 0 104,0 0-72,0 0-8,0 0 56,0 0-72,0 0 80,0 0-64,-2 0 0,-4 0-16,2 2 8,0 0 40,-3 0-72,1 2 48,0 0-24,0 3 56,0-1 8,-1 0-24,-9 0 16,12 0-48,-2 1 8,-1-1 0,-1 0 0,0 2-8,0 0 56,1 1-32,1-1 32,0-2-32,0 2 24,0 1 8,-1-3-32,3 2 48,0-2-48,0 1 0,0-1 16,2 0 32,0 0-40,0 0-32,0-2 16,2 1 0,0-1-8,0 0 56,-2-2-56,-1 0 8,3 0 8,0 0 16,0 0 16,0 0-56,0 0 64,0 0-8,0-2-32,0 0 104,5 0-96,-5 0 8,4 0 8,0 0-72,0 0 40,0 0 8,0 0 24,0 0 16,1 0-8,-5-4-48,4 4 32,-4-4 0,4 0 8,0 4 24,0-4-24,0 0-48,-4 0 48,4 4 88,-4-5-104,4 1 32,-4 0-120,0 0 96,0 4 64,0-4-24,0 0-40,0 4 40,0 0-80,-2 0 24,0 0 8,-2 0 16,-2 0 16,0 0 0,0 0-8,-1 0-8,-9 0 8,12 0 72,-5 2-8,-7 2-56,10 0-24,-11 2-64,11 1 48,-10-1 56,9 0-32,-11 0-8,12 0 0,-11 0-8,13 3 24,-2-1-8,-11-2 0,13 2-32,-2 1-48,0-3 24,0 0-48,-1 2 72,1-1 72,0-1-56,4 0 32,0 0-88,0 0-16,0 1 72,0-1-48,0 0 64,2-2-24,0 0-16,0 0 40,0 0-8,0 1-16,0-1 24,4 0-40,0-2-8,0 2 56,2-2-88,0 0 48,1 0 8,-1 0-56,10 0 48,-12 0 16,13-2-40,-13 0 56,13 0 16,-13 0-56,12 0 56,-12 0-64,13 0-16,-11 0 56,11 0-8,-11-4 40,10 0-8,-12 0-8,13 0 40,-13 0-8,2-2 0,11-1-16,-13 1-48,2 0-8,0 0 24,0 0-8,1-1 32,-1 1-8,0 0-8,-2 0 8,0 2-24,-4 0-32,0-1 32,0 1 8,0 0 16,0 0-16,0 0 8,-2 4 16,-2 0 72,-2 0-72,0 0-8,-3 0-16,1 0-16,-8 0 32,9 0 80,-9 0-96,10 2 24,-13 2 0,13 0-104,-13 0 64,13 0-64,-12 3 0,11-3 80,-11 2 8,12-2-16,-13 2 0,13 1-48,0-3 80,-3 2-8,-7-2-48,12 0 56,-2 0-40,-1 2 8,1-1 88,0-1-72,0 0-40,0 0 16,4-2-48,-1 2 8,1-2 40,0 2 16,0-2-8,2 0-8,0 1 16,0-1-56,0 0 24,0 0 8,4 0 24,1-2-8,-5 0-16,6 2 40,-2-2 40,2 0-16,0 0-48,-2 0 0,1 0-96,1 0 72,0 0 16,0 0-40,0 0 16,0 0 16,1-4 32,-1 4 24,10-4-40,-16-1-16,7 5 16,9-4 0,-12 0 24,0 4-32,3-4-16,-1 0 16,0 4 32,0-4 0,-2 4-24,0-4 8,1 4-24,-5-4 32,4 4 24,-4 0-32,0 0 0,0 0 0,0 0 8,-2 0 8,-3 0 40,1 0-24,0 0 24,-2 2-48,0 0-24,0 2 48,-3 0 0,3 0 8,-2 0-16,-9 0-8,13 0 40,-2 3-64,-10-3 32,11 0-32,-1 0-48,-2 0 64,2 0-40,0 0 104,-1 1-112,1 1 40,0-2 24,0 0-96,2-2 72,0 2 8,1-2-8,1 2 24,0-2-8,2 1-56,-2-1 0,2 0 56,0 0 8,0 0 0,0 0-48,0-2-48,0 0 48,0 0 8,0 0 64,0 0-40,0 0-32,0 0 0,4 0 8,1 0-8,-1 0 64,0 0-64,0 0-16,0 0 32,2 0-64,0-4 16,1 4 32,-1-4-16,0-1-16,0 5 24,0-4-72,1 0 16,-1 4 128,-2-4-80,0 0 8,0 4-8,0-4-64,0 4 104,1-4-8,-1 4-24,-4-4-8,4 4-8,-4-5 40,4 5 32,-4 0 0,0-4-48,0 4-24,0 0 56,4 0-48,-4 0 96,0 0-56,0 0 32,0 0 32,-2 0-40,0 0 48,-2 0-64,-2 0 8,-1 0 48,3 0 0,-2 0-40,0 2 0,0-2-32,0 2 8,-1 0 56,1-2-72,0 0 32,0 3 0,0-3 0,1 0 32,1 0-40,0 0 0,0 0 16,2 0 16,0 0-16,0 0-16,-2 0 80,2 0-96,0 0 24,0 0 8,-1 0-128,1 0 72,0 0 32,0 0-24,2-5 32,0 5-24,0-4 0,0 4 16,0-4-8,0 0 88,0 0-96,0 0-24,0 0 40,4 0-8,-4-3 64,5 1 16,-5 0-40,4 0-40,0 0 24,0-1-16,0 1 0,-4 0-16,4-11 24,0 13-8,0-2 0,-4 0-32,5-13 24,-1 15 0,0-2 16,0-13 8,-4 15-56,4-12 40,0 12 24,0-13-32,-4 13 48,4-12-32,-4 11 24,5-1 8,-5-12-40,0 13 24,0-1-72,0-10 72,0 12-8,0-3-24,0 1 0,0 0-32,0 0 48,0 0 16,-2 2 0,-5-1-24,1 1-24,0 4 16,0-4 48,0 4 24,-11 0-40,11 0-8,-2 0 8,-11 0-40,0 0 0,-3 4 80,-3 2-128,0 3 88,2 7-8,1-10-160,1 3 80,0 7 32,3-10-8,10 3 48,-13-1 0,13 8-88,-13-11 88,13 1 16,-9 2 24,13 0 40,-4 1-96,-9-1 8,13 0 64,-2 0-168,4 1 104,-2-1-48,0 0-24,0 0 48,2 1-80,2-1-16,0 0 16,0-2 0,0 3-16,0-1 32,4 0-64,0-2 48,0 3 0,2-3 8,0 0 0,11 0 8,-13 0-8,2 1 24,11-1 32,-11 0 0,17-2 72,-19 0-72,2-2 16,10 0 8,-11 0-40,15-2 56,-14 0-48,11 0 48,-13 0 24,2 0-16,0 0-8,11 0 24,-13-4-24,13 4-16,-11-4 8,10 0-16,-12 0 24,13-2 112,-11-1-40,11 1-24,-13 0 0,12 0-72,-9-11 72,11 13 8,-14-12-16,2 12-64,13-13 24,-15 13-48,2-15 8,11 13 40,-17-12-24,6 11 24,-2-11 72,0 12-16,0-13-24,1 15-8,-5-13-24,0 13 16,0-12-48,0 12 32,0-3-56,0-9 40,0 16 56,-3-6-40,-3 0-16,0-1 0,0 3 8,0 0 8,-3 4 8,-13-4-16,1 4 24,5 0 48,-1 0 32,9 0-144,-13 2 48,-2 2 0,-1 2-32,-1 11 136,0-11-136,0 13 0,3-13 40,1 2 96,4 9-56,1-11 24,8 2-24,-15 0-64,15 1 88,-13-1-56,15 0 0,-2-2-40,-13 0 8,15 1-8,0 1 16,-1-2 64,1 0-112,0 0 56,2 1-8,2-1-104,0 0 48,0 0-48,0 0 32,0 1 72,2-1 16,0 0-48,0 0-8,0 0 16,0-1 64,4 1 0,0-2-64,0 0 0,-4 0-40,6 0 0,0 0 48,1 1-16,-1-3-32,10 2 80,-10-2-32,15 0-24,-17 0 32,2 0-48,13-2 72,-15 0-24,15 0-32,-15 0 16,2 0 0,13-4 120,-15 4-40,2-4 24,10 0-96,-11-3 16,1 1-8,0 0 56,10 0 56,-9-11-128,9 13 80,-16-12-24,6 12-8,1-3 8,-1 1-40,0 0-32,-2-11 16,2 13-24,0-2 48,-1-15-40,-5 17 48,0-12 56,4 12-48,-4-13 0,0 13-16,0-2-24,0-11 72,0 13-40,0-2-8,-4-15 8,-1 17-24,1 0 24,2-2 32,-4 2-48,0 0-40,-11 0 40,13 4-8,-12 0 40,7 0-8,-11 0-32,3 4 16,1 2-40,8 0 96,-15 0-24,4 0 32,-1 1 24,3-1-56,9 0 8,-17 0-48,9 0 16,-1 3 80,11-1-32,-11 8-32,11-11 8,-12 3-72,11 0 72,1 0-16,-2 9 8,-9-13-32,11 2-40,0 11-24,0-13-56,4 4 48,-4 0 8,1 1 88,3-1 40,2 8-72,0-12 0,0 3 8,-2 1-48,0-2 104,2 2-56,4-1-40,-4-1 48,4 0-80,3 0 72,-1 0-16,12 1-64,-13-3 64,1 0 0,12 0 16,-11 0 96,13-2-56,-16 0-64,13 0 24,-11-2-32,13 0-32,-13 0 40,10 0 72,-12 0-72,3 0 32,13 0 16,-16-4-88,3 0 64,11-2 48,-14 0-8,17-1 72,-15 1-40,11-10-72,-13 12 24,2-3-40,0 1 88,0-12 0,1 11-40,-1-9 48,-2 12-32,-4-15-56,4 13 24,-4-19-80,4 9 64,-4-1 48,4 1-24,-4-1 16,0 11-16,0-17-32,0 19 64,-2-12-16,0 9-104,-2-11 88,-2 12-16,0-13-40,-1 15 40,1-13 0,-10 13 8,10-2 24,-3 0 8,-9 0-32,9 2-32,-13-1 88,5 5-16,9-4 8,-15 4-40,5 0 24,-3 0 8,2 0 0,1 2 48,-3 0-88,1 1-24,1 3 104,2 0-72,9 0-40,-12 0-24,1 0-32,11 1 72,-9-1 48,11 0-24,-10 0-16,9 0 32,-11 1-56,16-1 48,-5 0-24,1 0-16,-10 2 40,14 1 8,-2-1-16,-3 0-48,1 1 8,0-3 24,2 2 16,2 0-16,0-2-16,2 1-16,0 1 8,0-2 56,0 0-32,4 3-56,-4-3 16,4 0-56,0 0 32,2 0 64,11 0-64,-17 1-48,6-1 40,13 0-32,-15 0 32,2 0 32,0 1-8,11-1 32,-13-4 8,12 0 8,-12 0-48,3-2-16,-1 0 56,14 0 16,-13 0 64,13 0-8,-16-4-32,15 0 24,-13 0 8,17 0-40,-17-3-24,0 1-16,11-10 8,-13 11 8,2-1-16,0-12 8,-2 14-24,1-15 64,-1 13 8,0-13-56,0 13 40,-4-15-40,0 15 48,4-14-16,0 13-32,-4-13 0,0 14 32,0-13-8,0 13 0,0-13-8,-2 15-64,-2-12 104,-2 11 48,4-1-40,-2 0-32,-3 0-40,-9 0-56,10-1 56,-13 1 24,13 2 0,-15 0-16,5 0 24,-1 4 8,9 0-40,-13 0-8,5 0 112,-3 0-48,11 0 16,-13 0 24,5 2-144,-5 2 72,3 0 32,1 0-16,9 0 24,-13 1-56,13-1 0,-13 0 80,13 0 24,-8 0-96,9 0-8,-11 0-16,12 0-48,-1 1 128,1-1-88,0 0 0,-2 0 8,2 0 16,1 0 32,3 0-64,0 0-16,0 1 56,0-1-8,2 0 8,0 0-8,0 0-88,0 0 80,4 0 40,0 1-48,3-1 32,-1 0-48,0-2 8,0 2 40,13 0 72,-13 0-96,10 0 0,-11-2 40,13 0-48,-12 1 56,17-1-16,-17 0-64,11-2 24,-11 0 16,15 0-32,-15 0 40,0 0-24,11 0 72,-11 0 0,10-4-16,-12-1 8,1 1-64,1 0 56,0 0 16,10 0 40,-16-2-40,5 0 0,-1-1 24,0 1-56,0 0 40,0-11-48,-4 13-8,0-2 24,0 0-24,4-13 0,-4 15-40,0-2 56,-2-11 24,-2 13-8,-2-2 8,0 0-72,-1-11 16,-1 13 56,2-2-72,-2 0 48,-11 0-16,11-11-24,-9 17 96,13-6-24,-4 0-32,-13 0 8,5 2 8,8-1 8,-13 1 32,4 4-64,-1-4 40,-1 4 8,3-4 0,7 4 32,-15 0-64,5 0-16,-2 0 0,5 0 72,8 0-48,-15 2 48,6 0-16,-1 0-16,12 2 88,-13 0-128,13 1 0,-15-3-24,15 2-8,-10 0 64,9 2-56,-1-2 24,-8 0-8,9 3 16,1-1 40,0-2-72,-2 2 0,-1 0-16,1 0 64,2 1 16,2-1-64,0 0 16,0 0-24,2 2 64,2 1-48,0-1-16,0 0-16,0 1-32,0 7 160,4-12-96,2 2-32,0 3 16,-2-1-72,2 0 96,11-2 0,-13 1 24,2-1-48,13 0-32,-13 0 64,15 0-64,-15 0 16,17-1 64,-17-3-24,19 0 32,-9 0-32,1 0 24,-11-2-16,16 0-8,-5 0 48,0 0-64,-11 0-8,16-4 32,-15 0-8,13-1 48,-14-1 16,15 0-24,-17 0 32,2 0-16,13 0 8,-15-1 72,13-9-96,-17 12-24,6-3 24,0-9-96,-2 12 48,0-13 0,-4 13 16,0-2 16,0-13-8,0 15-24,0-12-32,-4 12 16,-2-3 32,2-9 16,-2 12-8,-3-2-40,-9-1 24,12-9-24,-11 12 56,9-2-64,-15-1-8,5 3 56,-1 0-32,2 0 48,-1 0 24,-5 0-24,0 4 16,3-4 8,-1 4-48,1-5 0,-3 5-32,-2 0 80,4 0-8,1 0 0,-1 0-8,-2 0-48,3 3 112,1-1-48,3 0-32,-1 0 40,-1 0-136,-1 0 120,11 2 40,-13 0-96,13 0 40,-13 0-8,15 1-24,-11-1 48,11 0-24,0 0-56,-10 2 40,13 0 24,-1-2 16,0 3-32,-2-1-64,0 0 8,2 2 88,2 9-40,2-11-24,0 2-24,0 11-56,0-13 64,4 13 56,0-11-24,2 12 16,0-11-48,0 13 8,15-5-16,-15-1-32,13 1 16,-13 0 8,15-1 48,-3 1-24,3-1-48,-2 1-64,-3-9-16,5 12-16,1-11 112,-1 11 16,-2-13 0,1 11 48,3-12-56,0 1 32,-3 1 0,-1-2-40,-3 0 104,3 0-24,0-1 16,-1-3 24,-12-2-64,15 0 48,-15 0 0,19 0-32,-19-5 8,11 1-24,-13 0 64,12 0 24,-12-2 64,3 0-16,-1-1-40,-2-9 32,2 12-8,0-2-80,-1-11-16,-5 13-24,0-2-80,0-11 112,0 13 48,0-2-120,-3-13 48,-3 15 16,0-2-104,0-13 128,-11 15-80,1-12 8,8 12 48,-13-13-32,4 13 32,-3-2 24,-3-11-24,0 13 24,1 0-24,-1-2-32,-4 0 48,0 2-16,0-1 64,1 1 16,-3 4-56,-2-4 16,0 4 8,2 0 24,0 0-32,0 0 16,-18 0-48,1 0-8,5 0 40,6 2-24,8 0-32,0 0 96,4 5-72,7-3 24,10 2-8,-1 0-144,-9 0 104,10 0-8,-11 1 16,15-1 0,0 0-40,-2 0-8,2 0 72,2 1-8,0-1-24,0 0-16,0 2 0,0 1 24,0-1-32,6 0-16,11 0-16,-17-1 32,6-1 16,0 0 0,0 0 24,11 2-56,-13 1 40,12-1-16,-9 0-56,19 0-56,-7 1 8,0-1 72,3 8 16,7-9 0,0-1-32,0 2-40,2 0 32,0 9 24,2-13-24,0 2-24,-2 0 8,-2 1 24,2-1 48,0-2-40,-2 0 64,-2-2-80,-1 0 16,1 0 80,0 0-72,-2-2 40,-5 0 24,-1 0-24,2 0 0,-1 0 24,-1-4 0,-13-2 24,11 2 80,-11-2-8,12 1-80,-18-1-8,5 0-56,-1 0 48,0 0 64,2 0 0,-6-1-48,4-9 32,-4 12 0,4 0 8,-4-13 16,0 13-24,0-2-72,-2-13 32,-2 15-40,0-13-64,-2 13 64,-13-12 0,13 12 56,-2-13-16,-11 13-32,1-15-32,-1 15 0,-2-12 88,1 12-16,-3-13-16,-2 13-32,0-2-24,-1 0 64,1-1-8,-4 3 56,-2 0-48,0 0-8,2 0 40,0 4-72,0 0 40,-4 0 40,2 0-16,2 0 0,0 0-32,-2 0-48,-14 0-8,2 2 32,1 4 40,7-2-24,4-2-8,2 0 16,1 3 40,1-3-40,4 2 32,-2 0-24,-4-2-40,2 2 104,5-2-24,5 0-80,1 0 72,-1 0-48,9 0 16,-11-2 80,17 0-88,-6 3-24,-8-1-48,13 0 48,1 0-8,0 0-48,2 0-24,-2 0 8,0 2-48,2-2 32,0 0-24,0 0 32,0 0-16,4 2 72,0 1-8,3-1-136,9-2 96,-12 2 56,15 0 8,-13-2 0,21 0 40,-11 0-112,1 2 48,6-2 32,-1 0-96,3 1-64,-2-1 104,-2-2-8,-1 2 8,1-2 144,-1 0-144,1 0 32,-2 0 96,1 0-112,1 0 72,-2 0-32,-13 0-32,12 0 72,-14 0 0,13 0-56,-13 0 8,2-4 0,13 4 56,-13-5 16,13 5-32,-15-4 88,0 4-80,0-4 64,0 4-40,0-4-64,-4 0 40,0 0 8,0 0 24,0-1-16,-2 1-16,-4 0-40,-2 0 16,-1 0 88,-7 0-72,-1 0-16,-3-2-48,-3-1-72,0 3 104,1 0 16,-1 4 72,-4-4-64,-6 0 8,-4 4 24,2-4-72,-2 4 56,2-4 56,-1 4-56,6-5 40,-3 5-40,2 0-56,-3 0 40,-1 0 24,0 0 8,4 0 0,-4 0-16,2 0-24,0 0 56,-2 0 48,2 0-64,0 0-16,0 0-24,2 0 56,0 0-8,2 0-32,2 0 8,-4 0-80,0 0 88,2-4 32,-2 4-64,3-4-8,-1 4-8,2-4 24,2 4 64,-2-4-40,0 4 0,7-4-32,-5 4 0,0 0 0,7-4-24,-5 4-16,2-4-32,1 4 8,1 0 16,0 0-24,11 0 48,-14 0 0,15 0 24,-1 0 0,-8 0-56,11 0 24,-1 0-56,-10 0 40,14 0-8,0 0-72,0 0 48,2 0-56,0 0 40,0 0 56,4 0-112,-4 0 40,4 0 8,-4 2-40,0 0 96,4 0-8,0-2 48,0 2 8,2-2-32,11 0-16,-13 2-40,2 0 24,13-2 48,-13 0-32,17 2 48,-7-2-48,1 0 32,3 2 88,1 0-64,0-2-8,1 0-48,1 0-8,0 0 40,-1 0 56,3 2-72,2 0-8,0 0-16,-2 0-48,2 0 24,-1 0 16,3 1-56,2-3 160,-2 2-56,2 0-32,2-2 64,0 2-176,2 0 144,2 0-24,-1 0-16,-1 0-32,-2 0-16,-2 0 40,4 0 0,0 0 56,-4 0-48,2 0 0,-2 0 8,-2-2 16,0 3 16,-3-3-32,-3 0-8,-2 0 64,-3 2-16,-1-2-24,-11 2-24,11-2 8,-13 0 48,16 0 16,-3 0 24,-11 0-48,11 0-16,-17 0 96,0 0-24,4 0-24,-4 0 16,0 0-24,0 0 80,0 0 24,4 0-16,-4 0-56,-2 0 16,-4 0 16,-1 0-48,3 0 48,-2 0-128,-2 0 40,-9 0 0,13 0-32,-12 0 64,7 0-40,-11 0 40,1 0-24,3 0 24,-3 0-32,-4 0 16,-1 0 56,-3 0-32,2 0 32,2 0-56,-4 2-8,-4-2 56,1 0 24,-1 0-16,0 0-56,0 0-8,-4 0 16,-1 0 8,3 0 8,-4 0 24,2 0-48,2 0 32,0 0 24,0 0-72,2 0 0,0 0 40,-2 0 0,4 0 0,-2 0 8,2 0-72,-2 0-24,0 0 72,2 0 40,3 0-16,-1 0-24,0 0 8,2 0-80,2 0 64,5 0-24,-1 0-64,11 0 88,-11 0-32,11 0 16,0 2 8,2-2-8,0 0-40,1 0 80,5 0-64,0 0-24,0 0 8,0 2-32,0 0 40,0 0 0,0 0-32,5 0 24,-1 0 32,2 0 8,10 0 8,-9 0-8,11 0-40,-12 0 120,17 1-32,-4-1-16,-1 2 8,3-2-168,0 2 96,1 0 24,5 0-48,0 0 8,4 0-8,-2 3-8,0-1 56,2-2 40,0 2-88,0-2 16,2 0-8,-2 3 8,0-1 16,-7-2 48,-1-2-72,0 0 48,-1 0 24,1 0-72,4 2 8,0-2-40,2 0 16,2 1 0,2-1 56,-2 0-32,-2 0 24,2 0 8,-3-2-16,1 0-16,-4 0-16,0 0 40,-2 0 56,-1 0-16,-3 0 40,-3 0-56,-9 0 48,11 0 48,-12-4-16,1 4 8,-1-4 0,-2 4-8,0-5 32,0 5 48,-4-4-72,0 4 16,0 0 8,0-4-64,0 4-16,0 0-32,-2 0-96,-4 0 96,0-4 32,-11 4 0,11 0 24,-17 0-72,5 0-8,-1 0 40,-6 0 24,-1 0-56,-3 0 56,2 0-16,-2 0-16,0 2 88,-6-2-104,0 2 0,0 0 8,2 0 24,0 0 32,0 0-32,0 0-24,2 1 32,2-1-16,-2 0 24,0-2 24,0 0-56,0 0-8,0 2 80,0-2-72,0 0-32,-2 2 64,0 0-104,2 0 40,2 0 0,-2 0-8,0 2 48,2 0 32,2 0-16,3-2-32,-1 1-8,4-1 0,5 0 48,9 0-64,-11 0-48,10 0 8,-1 0-16,1 0 128,2 0-72,2 0-56,0 0-40,2-2-56,-1 2 80,3-2 24,0 0 0,5 2 0,-1 0 48,2-2 40,15 0 0,-15 0 48,21 0-64,-7 0-48,3 0 32,4 0-40,6 0 32,2 0 40,2-4-8,2 4-16,3-4-16,1 4-40,2 0-8,1 0 56,1 0-8,3 0-16,-3-4-32,3 4-40,-1 0 64,5 0 0,0-4-32,-5 4 32,3 0 0,-3 0 0,1 0 56,-3 0-32,1 0-32,-5-4 48,3 4-8,-3 0-8,0 0 0,-1 0-16,-5 0 32,0 0 56,0 0-56,-4 0 0,-6 0-56,-4 0-16,2 0 72,-3 0-8,-5 0-8,-11 0 24,15 0 16,-15 0 24,12 2 24,-13-2-24,-5 0-8,0 2 48,0 0-40,0-2 0,0 0-32,-3 0 8,-3 0 0,0 0 24,-2 0-48,-13 0 0,5 0-16,-5 0-8,0 0 64,-1 0-64,-7 0 24,-4 0 32,-2-4 0,0 4 64,-1-4-48,-1 4-16,-4-4 8,0 4-16,1-5 24,-1 5-24,-2-4-56,-1 4 48,-1 0 32,2 0 16,-1 0-32,-3 0 0,1 0-16,1 0-24,2 0 32,-1 0-64,1 0 0,0 0 16,1 2 64,1-2-72,2 2 8,-2 0 16,1 1-64,3-1 104,0 0-40,0 0-96,0 0 56,4 0-32,-2 2 56,-1-2 64,3 2-72,0-2 24,2 2 24,5-2-64,-1 1 48,0 1-40,4-2-16,0 0 48,5 0 0,-1 0-8,1 0-8,12 0 8,-13 0-24,13 0 56,0 0-88,-3 0-24,3 0 48,2 0-64,0 0 64,2 1 8,0-3-72,0 2 32,2 0 48,0 0 24,0 0 8,0-2-16,0 2-8,4-2 32,0 0-8,2 0 8,0 0 0,1 0 40,13 0 32,-14 0-24,15 0-8,-4 0 0,1-4-32,3 4 64,1-4-24,3 4-72,2-5-24,2 5-16,0-4 32,2 4 0,0 0 48,0-4-24,2 4-24,0-4-16,0 4-32,2 0-8,-2 0-40,0 0-24,2 0-72,0 0-88,-2 0-136,0 0 0,0 0-136,0 2-41,2 0 33,1 0-24,-3 2 128,2 1 128,0-1 80,-2 2 56,2 0 72,0 0-24,-2 0-32,0 1-120,-4-1-752,-29-6 1072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5:14.389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2116 156 680,'0'0'0,"0"0"232,0 0-72,0 0-32,0 0-16,4 0-48,-4 0 16,0 0-24,0 0 0,0 0 0,0 0-24,5 0 8,-5-4-32,0 4 32,0 0-8,0 0-8,0 0 0,0 0-8,0 0 8,0 0-8,0 0-8,0 0-16,0 0 24,0 0 8,0 0-8,0 0 0,-3 0-8,1 0 16,-2 0-8,0 0-8,2 0 0,0 0 0,0 0 8,0 0 24,2 0-16,0 0 8,0 0-8,-2 0 24,0 0 32,2 0-40,-2-5 16,-2 5-16,2 0 16,-1 0 24,1 0 0,0 0 8,-2-4-16,0 4 24,0 0-56,0 0 16,0 0 16,0-4 8,-1 4 32,1 0 0,0 0-64,0-4 24,0 4-16,0 0 0,0 0 24,2 0-32,-3 0-24,1 0 16,2 0 40,-2 0 0,0 0-16,2 0-16,-2 0-8,2 0 16,0 0 0,-2 0 8,-1 0-32,-1 0 0,0 0 40,4 0-16,-2 0 0,2 0-8,0 0-8,-2 0 49,1 0-17,1 0-8,-4 0 32,2 0-24,0 0 32,-2 0 24,4-4-56,0 4 8,-5 0 72,5 0-72,0-4 0,-2 4-24,2 0-72,-2 0 72,0 0 16,2 0-16,0 0-32,-2 0 8,-3 0 0,3 0-8,0 0 0,2 0 24,-4-4-48,0 4 16,2 0-16,-3 0-32,5 0 24,-2 0 0,0 0 32,2 2-8,0 0 16,-2 0-32,0 0 16,-2 0 24,-1 0-56,3 0 24,0 0-32,-2 0 32,0 0 32,-1 0-40,1 0 72,4 1-88,-2-1 64,0 0-64,2 0 64,-2 0-40,0-2-48,-1 2 128,-1-2-56,2 2-8,0 0-8,-2-2 24,2 2-64,0-2 64,-3 0-24,3 0-32,-2 0 8,0 0 16,2 0 48,-2 0-16,1 0-16,-1 0 16,0 0 16,4 0 16,-2 0-16,-2 0-40,-1 0-16,1 2 24,0-2 8,4 0 24,0 0-56,-4 0 0,4 0 32,-2 0-16,-3 0 8,3 0-32,-2 2 48,0-2-32,2 2 40,-2 0-48,-1 0-40,1 0 40,0 0 8,0 1 40,4-3-48,-2 0 0,-1 0 8,1 0 8,-2 2 32,4-2 16,-4 2-56,0-2 0,-1 0 32,1 0 0,2 0 0,2 0 40,0 0-8,-2 0-64,2 0 32,-4 0 16,-1 0-40,3 0 48,0 0 40,2 0-24,0 0-32,-2 0 24,-2 0-16,2 0 64,-1 0 0,3 0-72,0-4-64,-2 4-24,0 0 8,0 0 40,0 0 40,0-5-24,0 5 0,-1 0-8,3 0 24,-2-4-32,0 4 80,0 0-32,0 0-32,2 0-8,0 0-8,-4 0-8,1 0 0,1 0 40,-2 0 0,4 0-32,0 0 0,0 0 8,0 0-8,0 0-8,0 0 32,0-4-8,-2 4-32,-1 0 48,3 0-32,0 0-16,-2 0 8,0 0 32,-2 0-8,4 0-16,0 0-16,-2 0 0,1-4 64,-1 4-56,0 0 72,0 0-40,-2 0 0,0 0 48,4 0-120,-2 0 32,-1-4-8,3 4 32,-4 0 16,2 0 0,2 0-8,-4 0-64,2 0 80,-1 0-8,-1 0-16,0 0-8,2 0-24,-2 0 57,2 0-17,0 0-8,-1 0-56,1 0-17,-2 0 33,2 0 32,0 0 32,0 0-40,2 0 16,0 0-24,-1 0 41,-1 0-25,0 0 0,-2 0 16,2 0 24,0 0 0,0 0-40,2 0-32,0 0-8,-5 0 48,5 0 8,-2 0 8,2 0-16,0 0 8,-2 0-32,2 0 120,-2 0-120,0 0-32,-1 0 56,3 0-56,-2 0 56,2 0 0,0 0 8,-4 0-32,4 0 40,-2 0 56,0 0-104,2 0 8,-3 0 0,1 0-32,2 0 64,0-4-56,0 4 32,0 0-16,-2 0 8,2 0 48,2 0-24,-2 0 32,0 0-32,0 0-8,-3 0-64,1 0 64,0 0-16,2-4 24,0 4 120,0 0-136,0-4 8,0 4 8,0 0 0,-2 0 0,2 0-32,0 0 0,-3 0 8,3 0 16,-4 0-24,0 0 16,4 0-40,-2 0-24,2 0 128,0 0-56,0 0-40,-3 0 0,-1 0 48,2 0-104,2 0 96,-2 0-32,2 0 32,-2 2 56,0 0-24,2-2-88,0 0 72,-3 2-16,3-2 8,-4 0 32,2 0-112,0 0 48,-2 0 64,4 0 8,0 0-48,-1 0-40,-1 0 8,2 2-16,-4-2 48,2 2 0,-2-2-64,2 0 24,2 0 56,-3 0-8,3 0 16,0 0-8,-2 0-56,-2 0 64,2 0-32,-2 0-16,4 0 8,0 0 8,-3 0 40,3 2-8,0-2-40,0 0-64,-2 0-32,0 0 64,-2 0 40,2 0 16,0 0-8,-3 0-16,3 2 64,0-2 32,-2 2-88,4-2-16,-2 0-24,-3 0 8,5 0 32,-4 0-8,0 0-8,0 0 8,0 2 48,-1 0 24,5-2-80,-2 0-8,2 0 24,-2 0 8,0 0 16,2 0 16,-2 0-56,0 0 16,2 0 48,-3 2-64,1 0 0,0-2-16,0 0 48,0 0-32,2 0 32,-2 0-32,0 0-16,-1 2 48,-1-2-32,2 2 32,0 0-64,0-2 16,0 0 48,0 0-32,-1 0 24,3 0-40,0 3 0,0-1 40,0 0 16,-2-2-16,-2 0-8,4 0 16,-2 2 32,-2-2-40,3 0-8,-3 0-72,2 0 32,0 2 72,0 0-32,0-2 0,0 2-48,-1-2-8,3 0 104,0 0-48,0 2 32,0-2-40,-2 0-24,0 0 72,0 0-32,0 0-24,2 0 0,0 0 8,0 2 24,-1-2 32,1 2-32,-2 0-64,0-2 80,2 0 8,-2 2-56,2-2 32,0 0-56,-2 2 24,2 0 64,0-2-16,-3 2-72,3-2 8,0 3-16,0-3 16,0 2 80,0 0-40,0 0-24,0 0 24,-4 0-40,0 0-8,1 0 32,-1-2-16,4 2 64,-2 0-16,2-2-16,-2 2-24,0-2 8,0 2 32,-1 0-24,1 0 8,0 0-8,2 0-32,-2-2 64,2 3 0,0-1-56,0 0 0,-2 0 16,0 0 32,-3 0 8,3 0-40,0 0 0,0 0-8,2 0 32,-2 2 8,-2-2-48,1 0 8,1 0 0,-2 1 8,4-1 24,-2 2-32,2 0 32,0-2-8,-2 4-16,2-2 8,0-2-24,0 2-8,-1-2 48,1 1-8,0 1 24,0-2-40,0 0-8,0 0 0,0 2-72,0-2 88,0 2-64,0-2 88,0 2 40,0 1-48,0-1 0,2 0-64,-2-2 16,2 0 56,-2 0-24,-1 0-16,3 0 24,-2 0-16,2 0 40,0 0-56,-2 0 0,0 0 0,0 0 24,0 1 64,0-1-56,0-2 24,2 2-40,0-2-8,-2 2 40,2 0-56,0 0-8,-2 0 32,0 0 16,2 0 32,-2 0-24,2 0-40,0 0-8,0 0-16,0 0 64,0 0 0,0 1-24,0-1 24,0 0-24,-2 0 48,2 0-32,0 0-24,0 0 0,0 0 16,0 0 0,0 0 0,0 0-40,-2 0 16,2 0 32,0 0 24,0 2 0,0-1-32,0-1-16,0 0-16,0 0 72,0 0-56,0 0 8,0 0 8,0 0-24,0 0 24,0 0 8,0 0-24,0 0 16,0 2 40,0-2 16,0 1-32,0-1-16,0 0 24,0 0-24,0 0 8,0 0-16,0 0 16,0-2-8,0 2 24,4 0-16,-4 0-96,0 0 40,4 0 32,-4 0 24,0 0 16,0 0-24,0 0-24,0 1 24,0-1 48,0 0-88,4 0 32,-4 0 8,0 0-16,0 0 8,0 0 16,4 0-32,-4 0 8,0 0 24,0 0-56,0 0 0,0-2 24,4 2 64,-4 0 0,0 1-40,0-1-24,0 0-32,0 0 56,4 0 56,-4 0-64,0 0 24,0 0-40,0 2-16,0-2 40,0 0 32,0 0-72,0 0 24,0 2 24,0-1-56,0-1 80,0 0-72,0 0 16,0 2 64,0-2-32,0 0 0,0 0-24,0 0 8,0 2 0,0-2 40,0 0-56,0 0-40,0 1 72,5-1-56,-5 0 80,0 0-24,0 0-56,0 0 56,4 0 16,-4 0-16,0 0-32,0-2 24,0 2-72,0 0 104,0 0 56,4 0-80,-4 0 0,0 0-96,4 0 40,-4 1 64,4-1 8,-4 0 24,0 0-56,0 2 16,0 0-32,4-2 0,-4 2-8,0-2 16,0 0 16,4 2 0,-4-1 0,0-1-64,0 0 80,4 2-16,-4-2-24,0 0 16,5 0-32,-5 2 48,4-2 16,0 2-8,0-2-64,0 0 16,0 0 40,0 1-32,0-1 64,1 0-24,-1 0-56,0 0 96,0 0-32,0 0-32,0 0 16,0 0-40,1 0 40,-1 0 0,0 0-40,0 0 8,2 0-16,0 0 40,0 1 40,1-1-88,-1 0-8,0 2 56,0-2 40,0 2 8,1-2 32,-1 0-80,0 0-48,0 0 72,0 0-48,1 0-16,-3 0 72,2 0-48,0 1 8,-2-1 32,2 0-96,1 0 72,-3 0 48,2 2-40,0-2 24,0 0-64,1 0-8,-1 0 56,0 0 48,0 0-56,0-2-16,1 2-40,-1-2 8,0 2 88,0 1-32,0-3-8,0 2-24,-1-2 24,1 0 8,0 0-16,0 2-16,0-2 24,-1 2-16,-1-2 8,2 0 8,0 0-80,0 2 32,-2-2 16,3 2 16,-1 0 8,-2-2-8,2 2 0,-2 0 24,2 0-24,-1-2 40,-1 2-56,0 0 24,0-2-24,2 2-16,0-2 8,-2 0-8,1 2 88,-1-2-8,2 0-40,-2 0 8,2 2-24,-2-2 40,0 2 32,1-2-64,-1 3-32,0-3-8,0 2 16,0 0 64,0-2-40,2 2-32,1-2 16,-3 0-8,2 0 40,0 2-16,-2-2 24,2 0-16,-1 0 24,-1 0 24,0 2-64,0-2 0,0 0 40,0 0-8,0 0-32,0 0 0,1 2-40,-1-2 24,0 2 136,0 0-104,0 0-8,0-2-48,0 2-24,1 0 120,-1-2-32,0 2 24,0-2-8,-4 2-96,4-2 96,0 2-16,0-2-96,-4 3 80,4-3-8,-4 2 32,5-2 48,-1 0-72,-4 0-24,4 2 56,0-2-16,0 0-8,0 0-24,0 0-56,-4 0 64,4 2 32,1-2-16,-1 0-8,-4 0-8,4 2 32,0 0 16,0-2-40,0 0-48,-4 0-8,4 0 24,0 0 64,1 0 40,-1 0-48,0 0 8,0 2 8,0-2-40,0 0 24,0 0-56,1 2 8,-1-2 64,0 2-16,0-2-40,0 0-8,0 0-40,0 0 40,-4 0 64,4 2-24,1-2-8,-1 0-24,0 2 32,0-2-40,0 0 24,0 2-24,0-2 72,-4 0-8,4 2-8,1-2-56,-1 0-40,0 0 88,0 0 8,0 0-8,0 0 16,0 0-72,0 0 32,1 0 40,-1 0-72,0 0 0,0 0 16,2 0-8,-2 0 48,0 0-32,1 0-8,-1 0 0,0 0 48,2 0-8,0 0-24,-2 0 16,3 2-24,-1-2 40,0 0-8,-2 0-24,0 2-32,0-2 48,3 0-24,-3 0 24,2 0-32,-2 0-16,0 0 88,2 0-32,-2 0-8,1 0 16,-1 2-48,0 1 40,0-3 24,2 0-48,-2 0-8,2 2-16,1-2 32,-1 0-8,0 0-32,0 0 32,0 0-24,1 0 24,-1 0 16,0 0-16,0 0-32,0 0 56,1 0-32,-1 0 24,-2 0-8,2 0-80,-2 0 120,0 0-8,3 0 48,-1 0-24,-2 0-120,0 0 40,2 0-40,0 0 32,1 0 136,-1 0-176,0 0 80,0 0 24,0 0-104,1 0 88,-1 0-24,0 0 16,0 0-8,0 0-8,1 0-72,-3 0 32,2 0-8,-2 0 88,2 0 0,-2 0-72,2 0 64,1 0-24,-1 0 56,0 0-48,0 0-56,0 0-24,1 2 16,-1 0 72,0-2-40,0 2 8,0-2-40,1 0 48,-1 2 16,10-2 8,-16 0-32,7 0 0,-1 0-16,0 0 0,0 0 16,0 0-48,0 0 88,1 0 16,-1 0-40,0 0-8,0 0-48,0 0 8,1 0 40,-1 2 48,0-2-56,0 0 8,0 0-16,11 2-16,-13-2 40,0 0-16,2 2 0,1-2 16,-1 2-16,0-2 0,0 0-16,0 0-16,-2 0 96,3 2-40,-1-2-16,-2 0-8,2 0-72,0 0 88,1 2 24,-1-2-56,0 0-16,-2 0 0,0 0 56,2 0 8,-1 0-8,-1 0-56,0 0 40,0 0 16,0 0 8,2 0 8,-2 0-40,0 0-8,3 0 48,-1 0-40,-2 0-32,0 0 16,0 0-16,-4 0 120,4 0-64,3 0-8,-3 0-80,0 0 24,0 0 56,0 0 16,2 0-8,1 0-40,-3 0 16,2 0-16,0 0 32,-2 0 0,0 0 8,0 0-24,1 0 80,-1 0-96,0 0-40,0 0 72,0 0-72,0 0 64,0 0 16,3 0-64,-3 0 64,2 0 16,0 0-32,0 0 0,0 0-8,1 0-32,-1 0 72,0 0-8,0 0 16,0 0-16,1 0-32,-1 0-24,0 0 8,0 0-32,-2 0 8,0 0 64,3 0-24,-1 0 24,0 0 0,-2 0-48,0 0 8,0 0 72,3 0-48,-1 0-16,-2 0 16,0 0-48,0 0 56,2 0 40,1 0-48,-1 0-32,0 0 8,0 0-24,0 0 40,1 0 32,-3 0-56,0 0 40,2 0 0,0 0-32,0 0 24,1 0-24,-1 0 8,0 0 24,0 0-40,0 2-8,0-2 8,1 2 16,-1 0 80,0 1 0,0-3-72,0 0 24,1 0-32,-1 2-8,0-2 72,0 0-96,-2 0 40,3 0 8,-1 0-48,0 0 48,0 0-24,0 0 40,1 0-32,-1 0 24,0 0-56,0 0-16,0 0 104,0 0 8,1 0-24,9 0-32,-16 0-24,6 0-8,1 0 64,9 0 24,-12 0-128,0 0 56,0 0 24,3 0-48,-1 0 72,0 0-40,0 0-40,-2 0 24,3 0 72,-1 0-80,0 0-8,0 0 56,0 0-32,1 0 24,9 0 8,-16 0-40,6 0 16,0 0 72,1 0-16,-1 0-40,0 0-24,0 0-24,0 0 24,1 0 64,-1 0 0,0 0-48,-2 0-32,2 0 24,1 0 40,-1-5 32,0 5-16,0 0-32,0 0-16,0-4-24,11 4-24,-17 0 48,6 0-24,0 0 8,11-4 56,-13 4-64,2 0 16,0 0 0,11 0 24,-13 0 0,2 0-40,0 0 32,1 0-24,9 0 32,-12 0 0,0 0 40,3 0-80,-1 0 16,0 0 32,11 0-81,-13 0 65,0 0 25,2 0-58,0 0 50,13 0 15,-15 0-32,2 0 24,0 0-40,11 0-16,-13 0 7,2 0-47,0 0 40,0 0 16,11 0 16,-13 0 40,2 0-40,1 0 0,-1 0-24,0 0 0,10 0 40,-16 0-24,7 0 0,-1 0 24,0 0-32,11 0 8,-13 0-24,2 0 72,0 0-56,0-4 16,0 4-8,1 0-24,-3 0 48,2 0-16,0 0-16,-2-4 48,0 4-32,3 0 16,-1 0 0,0 0-104,-2 0 64,0 0 32,2 0 24,1 0 0,-1 0-40,0 0-40,-2 0 32,2 0 8,1 0 40,-1 0-16,-2 0-32,0 0 40,2 0-24,0 0 32,-2 0-32,1 0-16,-1 0 32,2 0-40,0 0-32,0 0 8,1 0-8,-1 0 16,0 0 88,0 0-24,0 0-56,0 0 24,1 0 72,-1 0-32,0 0-8,-2 0-16,0 0-120,0 0 128,3 0 16,-1 0 16,-2 0-56,0 0-8,0 0-8,2 0 24,1 0-8,-1 0 24,0 0 16,0 0-64,0 0 48,1 0-64,-3 0 0,0 0 48,2 0 24,0 0-48,0 0 24,-1 0 0,-1 0 0,0 0 144,2 0-120,0 0-32,-2 0-8,-4 0-40,4 0 64,3 0 0,-1 0 0,-2 0-16,0 0 32,0 0-16,2 0-16,1 0-32,-1 0 0,0 0 56,0 0 24,0 0-64,1 0 24,-3 0-16,2 0 16,0 0 24,0 0-32,0 0-8,-1 0 0,1 0 0,0 0 64,11 0-88,-17 0-24,4 0 24,0 0-8,2 0 72,0 0-24,-2 0 64,0 0-64,3 0 56,-1 0 8,0 0-120,0 0 40,-2 0-40,3 2 16,-1 0 40,0-2 16,-2 0 0,-4 0 24,4 0 16,2 0-56,1 0 8,-3 0-80,0 0 24,2 0 48,0 0 24,0 0-32,1 0 16,-3 0-24,2 0 24,0 0 40,-2 0-88,-4 0 24,0 0-8,4 0 0,3 0 56,-1 0-8,0 0-56,-2 0 40,2 0 24,0 0-72,11 0 40,-17 0-16,0 0-8,4 0 56,2 0-64,0 0-24,-1 2-40,-1-2 72,2 0 72,0 2-40,0-2 16,-2 0-40,1 0-24,-1 0 112,0 0-48,-4 0-24,0 0-16,4 0 8,0 0 16,0 0 48,0 0-56,0 0-40,1 0 40,-1 0-24,2 0 8,-2 0 16,0 0 24,0 0-24,0 0 8,3 0-32,-3 0-16,0 0 32,-4 0 40,4 0-88,0 0 48,0 0-8,0 0-48,1 0 80,1 0 8,0 0-40,-2 0 40,0 0-24,2 0-80,1 0 80,-1 0-80,-2 0 88,0 0 40,2 0-56,0 0 152,11 0-176,-13 0 40,2 0-120,0 0 112,1 0 24,-3 0-80,0 0 120,0 0 40,0 0-160,2 0 152,-2 0-152,-4 0-80,5 0 208,-1 0-88,0 0 72,-4 0-8,4 0-56,0 0-48,-4 0 16,4 0 64,-4 0-48,4 0 40,1 0-8,-1 0-48,0-4 8,0 4 8,0 0 48,0 0 8,0 0-16,0 0-16,1-4-8,-1 4 32,0 0-48,0 0 32,0-4-32,0 4 24,0 0 32,0 0-56,-4 0 16,5-4 24,-1 4-8,2 0 0,0 0-40,0 0 0,-2 0-8,1 0 24,1 0 40,0 0-64,-2 0-8,2 0 8,0 0 48,1 0 24,-3 0-8,0 0 0,0 0-48,2 0 56,0 0-48,-1 0-16,-1-4 16,0 4-40,2 0 88,0 0 32,0 0-72,-1 0-16,1 0 40,-2-5-40,2 5 32,-2 0-32,0 0 16,2 0-64,-1-4 96,-1 4 0,0 0-72,0 0 64,0 0-48,0 0 48,0-4 0,-4 4-32,5 0-8,-1 0 16,0 0 56,0-4-48,0 4-8,0 0-16,0 0-16,0 0 80,3 0 32,-3-4-48,0 4-56,0 0 72,2 0-80,0 0 24,-1 0 0,-1 0 0,0 0 16,0 0 16,0-4 16,0 4-64,0 0 24,0 0 48,1 0-72,-1 0 8,0 0-24,0 0-48,0 0 120,0-4 8,0 4-40,0 0-24,1 0 24,-1-4 0,0 4 32,2 0 0,-2-5-24,0 5 24,0 0-8,1-4 16,-1 4-48,0-4-32,0 4 48,-4 0 8,4-4 0,0 4 0,-4 0-24,4-4 0,0 4 64,-4-4-16,5 4-32,-1-4-40,0 4 0,2-5 16,-2 5-24,0 0 40,0-4 48,3 4-24,-3 0 0,0-4-40,2 4-24,-2 0 96,0 0-56,0-4 8,1 4-16,-1 0-16,0-4 88,0 4-32,0 0-24,-4 0-32,4-4-32,0 4 56,0 0 64,1-4-48,-1 4 0,0 0-16,0-4 24,0 4-16,2-5 24,-2 5-48,1 0-72,-1 0 96,2-4-16,-2 4 24,0 0 56,0-4-72,0 4 8,1 0 32,-5 0-56,4-4 32,0 4 32,0 0-48,0 0 8,-4-4 0,4 4-32,0-4 48,-4 4-24,4 0 8,1 0-32,-5-4 32,4 4 64,0 0-24,0-4-16,0-1-56,0 5 32,-4-4-24,0 4 24,0 0-16,4-4 32,-4 4 16,4-4-24,-4 4-24,5 0 24,-5-4-16,4 4 8,-4-4 8,4 4-40,-4 0 64,4-4-24,-4 4-16,4 0 8,-4-4-24,4 4 64,-4-5 32,0 5-88,4 0 8,-4-4-8,0 4 40,0-4-24,0 4 16,0 0-40,0 0 16,0-4 40,0 4-80,0 0 96,5-4 8,-5 4-48,0 0 8,4-4-80,-4 4 56,0 0 0,0-4 40,0 4-16,0 0-56,0 0 64,0-5-16,4 5-24,-4-4 40,0 4-48,0 0 8,0-4 56,0 4-72,0-4 40,0 4-32,0-4 48,0 4-64,0-4 0,0 4 16,0-4 40,0 4 8,4-4 16,-4 4-48,0-5-40,0 5 64,0-4 40,0 4-72,0-4-16,0 4 24,0-4-40,0 0 96,0 4-16,0-4-48,0 4 8,0-4-16,0 4 40,0-4-40,0-1 32,0 5 0,0-4 40,0 4-24,0-4-48,0 0-8,-2 4-16,0-4 80,2 4-16,-2-4-32,2 4-16,0-4-24,0 0 64,0 4 16,0-5-40,-2 5-8,2-4 24,0 0 32,0 4-8,-2-4 24,0 0-120,2 4 40,0-4 16,0 4-8,0-4 48,0-1-32,0 5 32,0-4-8,0 0-16,0 0-16,0 4 32,0-4 32,0 0-32,0 0-72,0 4 0,0-4 48,0-1 8,0 1 24,-3 4-8,3-4-32,0 0 16,0 4 16,0-4-48,-2 0 24,0 0 24,0 4 0,0-4 48,0-1-8,2 5-40,-2-4-16,0 4 48,2-4-40,0 0 16,-2 4-8,2-4-32,0 4 32,0-4-8,-2 0-16,0 4-24,2-4 48,0 4 8,0 0-32,0-5 0,0 5-8,0-4 16,0 4-8,0-4 8,0 4-16,0-4 24,0 4 0,0-4-40,0 4 40,0-4-8,0 4 24,0-4-16,0 4-8,0-5 0,0 5-8,0-4-16,0 4-48,0-4 48,0 0 8,-2 0 64,2 4-72,-2-4 0,0 0 40,0 4 8,-1-4 32,3-1-64,0 5 0,-2-4 24,0 0-32,2 0 32,0 4-48,0-4 24,0 0 24,0 4-8,0-4-32,0 4-16,0-4 40,0 4 8,0-5 48,0 5-64,0-4 8,0 4-8,0-4 8,0 4 32,-2-4-32,0 0 16,0 4 0,2-4 0,-2 4-32,0-4-56,0 4 32,0-4 64,2-1-8,0 5 0,-2-4-64,2 4-16,0-4 96,0 0 8,0 4 16,-2-4-64,0 4-40,0-4 80,0 0-32,0 4 104,-1-5-48,-1 5-80,2-4 56,0 0-64,0 4 32,-2-4 40,0 4 8,2-4-64,0 0 16,0 4-40,-2-4-40,-1 0 64,3 4 24,0-5 0,0 5-8,-2-4-16,2 4 16,0-4 16,0 4-16,0-4-16,-2 4 8,0-4 8,-1 4 24,3-4 16,-4 4-48,2-4 0,0 4 64,-2-4 8,2 4-24,-1-5-40,-1 5 8,2-4 56,0 4-32,0 0-24,-2-4-80,0 4-32,1-4 88,1 4 64,0-4 8,-2 4-64,0-4 24,0 4-32,1-4 16,-1 4 0,0-4 48,0 4 0,0-5 32,-1 5 16,1-4-104,0 4-8,0-4 8,0 4 24,-1 0 0,1-4-8,-2 4-16,2-4 32,0 4 8,-1 0-8,1-4-24,-2 4-8,2 0 0,-2-4 72,1 4-64,1 0-8,-2-5 32,0 5-32,-1 0 72,1-4-40,0 4 40,0 0-88,-1 0 40,1-4 0,0 4-80,0 0 48,-1-4 8,1 4 24,0 0-16,2 0-24,-3-4-16,1 4-8,2 0 56,-2 0 88,1 0-80,-1 0-16,0 0 24,0 0-16,-1 0 40,1-4 16,-10 4-80,9 0 0,-9 0 24,12-4-16,-1 4 0,1 0 48,-10-4-72,9 4 56,-1 0-16,2-5-64,-11 5 80,11 0-152,0 0 88,0 0 88,-2-4-56,-9 4 72,11 0-40,-2 0-40,-9 0 16,13 0 40,-2-4-72,-11 4 8,13-4 8,-2 4 8,0-4-16,0 4-8,-1-4 32,1 4 8,2-4 32,2 4-40,-2-4 24,-2 4 8,0-5-32,1 5 16,1-4-88,-2 4 8,0 0 80,0 0 32,4 0-48,-3 0 0,-1-4-48,0 4 0,2 0 48,0 0 16,0 0-8,-2 0-24,-1 0 32,5 0-40,0-4-16,2 4 24,-2 0-16,0 0 80,2 0-24,0 0-56,-2-4 24,0 4-40,0 0 64,0 0 8,0 0-32,-2 0-24,-1 0-8,1 0 136,2 0-160,0 0 24,-2-4-32,-2 4-72,2 0 152,2 0-40,0 0 72,0 0-72,0-4-8,-1 4 8,1 0-32,2 0-16,-2 0 24,-2 0 32,2 0 24,0 0 8,2 0-64,-2 0 0,-2 0 0,0 0 24,2 0 32,0 0-16,-3 0 0,-1-4 24,2 4 56,2 0-72,0 0-8,-2 0 8,-2 0-72,4 0 88,2-5-32,-2 5 16,-3 0-24,-1 0 24,4 0 16,0-4-64,0 4 32,-4 0 24,0-4 0,4 4-32,-3 0 0,-1-4-64,0 4-8,2 0 96,2 0 0,-2 0-24,-2 0-16,-1 0 0,1 0 16,0 0 104,0 0-96,0 0-16,-11 0 8,13 0-64,-2 0 88,0 0-16,-3 0 40,-7 0-8,12 0-8,-3 0 56,1 0-112,-2 0 16,-8 0 72,11 0-48,-1 0 16,0 0 8,-11 0-64,11 0 48,-2 0 40,2 0-88,-2 0 48,-9 0-8,11 0 8,0 0 48,-1 0-56,-9 0-24,10 0 0,-2 0 40,1 0 40,1 0-16,0 0-56,-2 0 16,-1 0 40,3 2-32,0-2 96,0 0-96,-11 2-32,15-2 72,-4 2-32,0-2-16,0 0-8,-1 2-40,1-2 16,4 2 48,0-2-40,0 0-8,-2 2-40,2 0 8,0 1-16,2-1-8,-2-2-40,0 2 8,2 0 80,0 0-48,0 0 40,0 0 0,0 0 24,6 0 8,0 0 16,13 2-72,-15 0-32,14 0 32,-1 1-24,1-1 80,-1 0-112,2 2 24,-1-2-8,3 2-56,2 1 64,-3-1 24,-1-2-41,1 2 81,3-2 8,0 0-32,0 3 40,-3-3 0,3 0 8,0 0-8,1 0 16,1 0-24,-4-2 48,1 0 16,5 2-32,-2 1 0,0-3-24,-4 2 16,-1 0 32,5-2-8,2 0 24,-5 2 8,-3-2-40,-2 0 48,-11 0-40,19 0-24,-19-2 48,14 0-16,-13 2 8,11-2-40,-12 0 0,11 3-16,-13-1 56,13 0 16,-11-2-24,14 2-8,-13 0-48,13 0 64,-14 0-40,13-2 40,-13 2-40,11 0 8,-13 0 56,14 0-40,-13 0 32,1 0-56,10 0-8,-12 0 40,3 1-32,-1-1-16,-2 0 8,0 0 0,2 0 24,-2 0 16,3 0-24,-3 0-8,0 0 8,2 0 88,0 0-40,-2 0-24,0 0-32,1 0-32,-1 0 56,2 0 0,-2 1 0,0-3-8,0 2 8,-4 0 32,4 0 0,1 0-16,-5-2 8,0 2-16,4 0 16,-4-2 0,4 0-24,-4 2 0,4-2 24,-4 0 8,4 0-8,-4 0-8,0 0 0,4 0 80,-4 0-56,0 0-40,4 2-40,-4-2 72,0 0 8,0 0-16,0 2-16,0-2 32,0 0 16,0 0-40,0 0 0,0 0 0,4 0 17,-4 0-25,0 0 16,0 2 0,0-2 0,0 0 8,0 0-24,0 0-24,0 0 0,0 0 40,0 0 32,5 0-16,-5 0-8,0 0 0,0 0 24,0 0-64,0 0 24,0 0 24,0 0-40,0 0-16,0 0 24,0 0 40,0 0-24,0 0 0,0 0-40,4 0 40,-4 2 8,0-2-8,4 0-8,-4 0-32,0 0 48,0 0 16,0 0 16,0 0-56,0 0 8,0 0 8,0 0-48,0 0 32,0 0-24,0 0-8,0 0 32,0 0 8,0 0-32,0 0 8,0 0 16,0 0-24,4 0 32,0 0-32,-4 0-48,4 0 64,0 0 8,0 0 32,-4 0-32,5 0-32,-1 0 16,-4 0 24,4 0 40,-4 0-32,0 0-40,4 0 56,-4 0-48,0 0-32,4 0 40,-4 0-16,4 0 56,-4 0-24,0 0-24,0 0 48,0 0-8,4 0 0,-4 0 8,0 0-72,0 2 56,0-2-32,0 0 16,0 0 8,0 0 24,0 0-72,0 0 8,0 0 32,0 0 8,0 0 8,0 0-48,0 0 64,0 2 16,0-2-24,0 0 24,0 0-88,0 0 0,0 0 64,0 0 24,0 2 0,0-2 0,-2 0 0,0 3 8,0-3 0,-2 0 8,0 2-48,-2-2 0,0 2 32,1-2-40,-1 2 16,0-2-40,0 2 40,-2 0 48,-9 0-24,13 0 8,-13-2-72,11 2-24,-10 0 40,9 0 0,-13 0 0,12 0 8,-13 2 64,13-2 32,-15 3 40,4-3-72,-7 4-96,-5 0 24,-2 0-88,4 0 48,-2 1 144,0-1-168,4 0 104,2 0 24,2 0-152,3 1 136,-5-3-40,0 0-8,2 0 80,3 0-48,-1-2-48,-2 0 40,-1 0-40,-1 0-8,6 3 16,-1-3-56,-1 0 8,0 0 48,3 0 8,1 0 32,1 0-48,-3 0-16,3 0 32,10 0-32,-3-2 16,-7 0 64,10 2-24,-13 0-24,17-2 8,-2 2-56,-2 0-16,-1 0 40,3 0 32,2 1-24,0-1-24,-2-2 0,0 2-32,0 0 88,2 0-24,2 0-48,0 0 24,-2 0-72,2 0 48,0 0 16,0 0 0,0 0-24,0-2 0,0 2 32,0 0-8,0 0 16,0 1-8,4-1 16,-4 0-32,6 0 24,0 0-40,0 0-24,1 0 48,-1 0 8,12 0 0,-14 0 0,13-2 0,-13 2 8,17 0 56,-5-2-56,-10 0-32,17 0 24,-17 0-48,19 0 72,-6 0 0,-1 0-40,-1 0 16,-1 0 16,5 0-16,2 0 0,-1 0 0,-3 0-24,0 2 72,1-2 8,1 0-64,-1 0 64,-3 0-56,-1 0 0,-9 0 56,15-4-88,-15 4 32,11-4 0,-12 4 32,13 0 56,-13-4-64,13 4-16,-13-4-48,12 4 16,-11 0 16,17-4 32,-7 4 40,-1-4-48,1 4 8,0-5-32,-1 5-32,1 0 16,-11-4 40,19 4-8,-9 0 32,-10 0-32,17-4-32,-17 4 40,15 0 24,-15 0-32,15-4 8,-17 4 0,14 0-24,-11 0 72,9-4-48,-12 4-40,2 0 24,11 0 40,-13-4 40,2 4-16,0 0-48,1 0-16,-1-4 48,0 4-16,0 0 24,-2 0-40,-4 0-16,0 0 56,4-5 0,-4 5-8,0 0-32,0 0 16,0 0-24,0 0 32,0 0-24,0 0-8,0 0 24,0 0 16,0 0 16,-2 0-64,0 0 40,-2 0 0,2 0-16,-2 0 24,-2 3-32,2-1-8,0 0 40,-3 0-32,1 2 16,0 0 8,-2 0-32,-1 0 48,1 2 8,-8 1-56,9-1 40,-1 0-16,-8 0-16,9 0 24,-9 1 0,10-1-24,-13 0 32,13 0 40,-15 0-64,15 3 64,-17-3-24,15 2-24,-12-2-16,-1 11-32,0-11-64,1 11 96,-1-11-72,13 0 48,-11 0 16,11 2-24,-11 1 56,13-1-24,-10-2-8,11 2 48,-1-1 0,0-1-120,0 0 120,0 0-96,4 0-16,0-2 40,-1 1-96,1-3 8,0 0 104,2 0-40,0 0 72,0 0-104,0 0-24,0 0 112,0 0-32,0 0 24,4 0 8,-4-2 24,7 2-88,-3-2 40,2 0-8,0 0-16,0 0 64,11 0 0,-13 0 16,13 0-64,-13 0 16,14 0 32,-12 0-24,15-4 0,-15 0 0,17 0 8,-6 0-24,1 0 24,-1-1-24,1-1 48,1 0 0,1 0 40,-1 0-56,0 0-40,-1-1 16,1 1 0,-3-10 72,3 11-32,-3-1-8,1-12 8,-11 14-16,19-13 8,-19 13 80,15-13-88,-15 13-16,17-12 40,-17 12-56,14-13 48,-15 13 16,11-13 0,-10 13 40,11-12 32,-13 12-40,2-13 8,0 13 24,0-2-64,1-13 16,-1 15-56,-2-2-56,0 0 72,-4-11 16,4 13 8,-4 0-56,0-2-40,0 0 24,0-1-16,-2 1 40,-2 2 32,-2 0-48,2 0 40,0 0 0,-3 0-32,1-1-16,0 5 16,-2-4 56,0 4 8,-1 0 16,-7 0-8,10 0-40,-13 0 16,13 0 24,-13 0-48,11 2-32,-13 0 48,13 3-56,-13 1 48,13 0-16,-13 0-72,5 0 32,8 1 8,-11-1 24,13 0 0,-13 0 32,13 2-56,-12 1 56,11-1-24,1 0-16,-10 0 8,12 1-32,-3 7 72,1-12-48,0 3 24,0 1-8,0 8-40,1-12 80,3 3-16,0 1-24,0 0-24,0 0-8,0 1 0,2-1 24,0-2 24,0 0-24,0 0 40,0 1-24,4-1-8,0 0-16,1 0 16,-1 0-40,2 1 0,0-3 0,0 0-48,0 0 80,1 0 24,-1 0 40,0-2-48,11 0 0,-13 0-32,2 1 16,0-1 64,11 0-40,-13 0-16,0-2-16,2 0-8,13 0 24,-15 0 24,2 0 0,10 0-24,-11 0 24,1 0-16,0 0-32,10 0 8,-11-4 16,1-1 24,10 1 8,-12 4-16,1-4-40,1 0 16,10 0 40,-16 0-8,6 0-16,1 0-32,-1-1-16,0 1 48,0 0-8,-2 0-8,0 0 24,1 0-24,-1 0-8,0 0 56,0-3-80,-4 3 24,4 0 16,-4 0-32,4 0 24,-4 0-16,0 4 8,0-4 64,0 4-16,0-5-40,0 5-8,0-4-72,0 4 48,0 0 56,0 0-24,-2 0-32,0 0-24,-2 0 24,2 0 24,-2 0 56,-2 0-56,-1 0-40,1 0 40,2 2-56,0 3 88,-2-1-8,0 0 0,-1 0 40,1 2-16,0-2-32,-2 2-16,-1 1-24,1-1 48,2 0-32,0 0-32,0 0 16,-3 1-24,3-1 64,0 0 16,0 0-16,2 0-24,0 1-8,1-1 32,1-2-24,0 2-16,0-2 32,0 0 8,2 3 24,0-3 8,0 0-40,0 0 0,0-2 0,0 0 40,0 0-16,0 0-48,0 0 48,0 0-32,4-2 48,0 0-40,-4 0 0,0 0 16,5 0-8,-1 0 48,0 0-48,0 0-8,0-4 32,0 0 16,0 0 32,1 0-16,-1 0-64,2-3 32,-2 1-24,0 0 8,0 0 8,0 0-32,0-11 32,1 17 64,-1-6-40,-4-11-32,4 13-8,-4-2-48,4-12 48,-4 13 72,0-1-80,0-12 8,0 14-8,0-13-8,0 13 48,0-2-8,0-13 40,-2 15 32,0-2-16,0-13-16,-2 15-40,-3-2-72,1-11 48,0 13 16,-2-2-24,-9-10-8,11 11-8,-10-1 24,9 0 40,-13 0 0,12-11-32,-13 17 32,4-6-48,1 0 40,-1 0-8,-1 2-32,-11-3 0,-6 3 24,-2 0 72,-1 0-56,-1 0-8,2 4-32,4 0-32,0 0 24,4 2 24,0 2 40,0 0-24,0-2 16,3 0 24,1 2-80,-2 1 32,0-1 8,0 0 64,5 0 40,-1 0-120,-2 0-32,0 0-72,0 0 48,5 1 64,-1 1-40,1 0 40,-3-2-72,4 0 16,11 2 56,-13-1-56,13-1 32,-13 0-16,15 0-8,0 0 8,0 0-8,-2 0-16,1-2 24,3 3 0,4-3 8,0 0-48,0 2 8,0 0-16,0-2 64,0 0 8,4 0-64,1 2 40,-1 0-72,0-2 104,2 1-16,11-1-8,-13 0-24,2 2 0,17-2 16,-7 0 0,-10-2 64,17 0-56,-7 0 48,3 0-32,2 0-16,-5 0-8,-10-4 16,19 0 8,-6 0-16,1-1 16,-1 1-8,-2-2 16,1 0 64,1 0-8,-1-1-8,-1 1-8,-11-10-40,15 12 16,-15-3 0,14-9-72,-15 12 24,1-2-8,10-13 88,-10 15 16,11-13-32,-17 11 16,4-10-72,0 9 56,0-9-8,-4 10 56,0-13-80,0 13 24,0-13 24,-2 13-96,0-16 56,0 15 24,-4-15-48,0 15 40,0-13-16,-1 14-40,-1-15 40,-10 15-8,11-13 16,-13 13-32,11-11-24,-15 11 8,3-10 8,5 12 32,-3-13 32,-2 13-80,-3-13 16,-1 13 32,0-2-16,0-10 40,-2 11 32,-2-1-56,-1 0-8,1-10 8,0 16-72,-2-7 40,-2 3 8,2 0-8,0 0 48,0 0-56,-2 4-8,0 0 32,0 0 0,4 0 24,0 0-16,-4 0-16,0 0 8,2 0 24,2 0 40,2 0 24,-2 0-56,-2 0 0,2 0 32,7 2-56,-1 0 8,-12 0 0,2 2-64,4 0 64,8-2-8,15 0-48,-12 3 32,11-1 64,1 0-72,4 0-16,2 0-40,0-2-72,0 2 80,0 0 48,0 1-72,0-1-40,0 0 32,0 0 32,4 0 72,0 0 0,3 2-32,9 1-24,-16-3 24,6 0 0,0 0-24,1 0-16,9 0 0,-10 0 40,15 3-24,-5-1 8,1 0-32,2 0-8,1 0 16,3 1 8,0-1-32,-1 0 16,3 0-40,0 0 0,2 0 7,0 1 1,-3-1 24,-1-2 32,2 2-8,0-2 16,-3 0 8,-1 1-40,-2-1 40,-1 0 16,1 0 0,-1-2 16,-12 0-8,15 0 48,-15-2-24,17 0 0,-19 0-8,0 0 16,0 0 64,1 0 16,1 0 24,-6 0-72,0-4 40,0 4-15,0-4 15,0 0-24,-2 0-40,-5 0 0,1-1-24,-2 1 0,-9-2-8,9 0 16,-14 2 0,5-2 16,9-1 16,-15 1-24,2 0-32,-1 0 48,-1 2-32,0-3 16,1 3-8,-5-2 32,-4 2-24,2 0 16,2 0 40,-2 0-40,-2-1 0,-6 1-8,-13-2-24,1 2 0,-1 0-16,7 0 0,2 0 72,4 4-8,6-4 0,2 4-16,0 0-80,-4 0 80,-2 0-24,0 0 0,4 0 32,0 0-48,-2 0 40,4 0 32,4 0-40,2 0-48,5 0 32,-3 2 16,0 0 32,5-2-24,-3 0-32,1 2-16,11 0 56,-9 0-72,14 0 32,0 0-64,0 2-48,0 0 72,2 0-48,0 0 8,0 1-16,4-1-16,0 2 32,2 0 16,11-2 0,-13 2-40,16 1 8,-13-1 16,19 0 16,-5 0-24,0 0 16,-1-1 8,5-1 24,4 2 0,2 0-40,2-2-17,-2 2 17,2-1 56,8-1-8,1 0 0,-1-2-48,-4 2 32,2 0 48,-8 0-24,-4-2-8,0 0-24,0 0 16,2 0 24,2 3-8,0-3 8,0 2-24,2 0-16,2 0 32,0 0-32,-2 0 8,-2-2 24,-2 3 8,2-1 32,0 0-24,-7 0-40,1 0 40,0 0 8,0 0 16,2-2-16,-9 2 16,-12-1-32,17-1 40,-6 2 8,-11-2-24,12 0 8,-18 0 0,4 0 64,-4 0-8,5 0 64,-5-2 33,0 0-17,0 0 24,-2 0-40,-1 0-72,1 0-24,-4 0-64,0 0 48,0-4-16,0 0-8,-11 0 16,9 0-32,-15-1 48,15 1-24,-17 0-8,4 0 16,-3 0-8,1 0 16,-2 0 56,-2 0 0,-4-1-48,-4 1 40,0 0-40,2 0-40,0-2 16,-4 2-8,-2 0 24,-15-3-8,-4 1-16,-2 2-16,5 0-24,5 4 56,7 0 72,4 0-56,-3 0-8,1 0-8,0 0-8,-1 0 72,7 2-32,0 0-32,-2 0 8,2-2 8,0 2 16,0 0 0,2 0-32,0 0 32,6 0 24,6 3-16,-1-1-8,5-2 0,-2 0-64,1 0 24,12 0 16,-1 0-112,5 0 24,0-2-32,2 2 0,0 0 32,4 0-56,-4 0-8,5 0-8,1 3 56,10-1-24,-10 0 24,17 0-24,-17 0 16,21 0 16,-4-2-8,2 0 24,6 0-72,0 0 72,4 1 16,6-1 8,2 0-40,1-2-8,-3 2 8,0 0-16,7 0 40,-1-2-40,-1 0 0,-1 0 64,-2 0-56,-1 2 72,-11 0 0,0 0-73,-4-2 65,1 2-8,3-2-40,2 0 24,0 2 8,5-2 16,1 2 8,0-2-24,0 0-8,-2 0-8,-1 2 24,1 0 16,0-2 8,-4 0-16,-4 0-16,2 2 64,2-2-64,-2 0 32,-4 0 8,-3 0-24,-1 3 40,2-3-8,-4 2-24,-5-2 0,-10 0 40,15 0-24,-15 0 16,17 0 0,-19 0-72,0 0 96,2 0 57,0 0-73,-1 0 64,-5 0 0,0 0-40,0 0 112,0 0-48,4-5-64,-4 5 24,-2 0-48,0 0-32,2-4 32,-3 4-56,1-4 24,-4 4 32,0 0-16,0 0-16,0 0-16,-1 0-16,-11 0 32,12 0 8,-11 0-16,1 0-16,-5 0-24,-2 0 24,1 0-24,-1 0 40,-4 0-8,0 0 24,-2 0 72,0 0-64,0 0-8,-1 0 24,-6 2-8,3 0 16,0 0 8,0-2-80,-4 2 32,-2 1 56,2-1-16,0 0 24,-7-2-64,-20 2-40,-6 0 48,6 2 16,12 0 8,5-2 0,-3 4-24,3 0 32,-1 1 32,3-1-8,2-2-8,-1-2-24,3 2 0,2 0-8,4 0-8,4 1 16,0-1-8,-2 0 16,8 0 32,2 0-56,1 0-24,5-2 72,9 0-72,-13 0 16,17 0-8,-2 1-112,0-1 64,-1 0 80,5 0-64,2 0-40,0-2-64,0 2-112,0 0 88,5-2 24,1 2 48,10-2-24,-12 0 0,15 2 32,0-2-16,1 0 16,3 0-32,4 0 56,2 0 32,4 0-8,8 0 32,0-4-72,3 0-32,5 0 56,3 0 40,1-1-72,1 1 8,-2 0-8,-1 4 8,-7-4 40,-5 0 16,-4 4 8,2-4-40,0 4 16,7-4 8,-1 0-41,4-1-7,1 1 56,2 0-8,1 0-24,-1 0 0,-3 0 8,-1 0 56,1-1 24,1 1-32,-9 0-16,-2 0 32,-2 4-32,2-4 24,0 4-24,-6-4-72,-6 4 64,-2 0 8,2 0 8,-1-4 8,-5 4-32,-13 0 16,15 0 24,-5 0-32,-10 0 16,11-4 24,-17 4 0,0 0 57,4 0 7,0 0 0,-4 0 0,0 0 16,-2 0 0,0 0-32,-2 0-8,-2 0-64,0 0 0,-1 0 8,1 0-48,-10 0 16,10 0 8,-17 0 0,15 0 48,-15 0-16,6 0-32,-5 0-8,-5 0-16,2 0 144,-2 0-120,-4 0 0,0 2 32,-4-2-128,2 2 160,-2 0-24,0 0-48,-8 0 24,1 0 24,1 2 8,0-2 8,-3 2 24,1-2-32,-2 2 16,1-1 24,-3 1-72,-26 0-48,-3 2 112,4 0-48,16 0 32,13-1 0,-5-1-104,1 0 64,-3 0 40,1 2 56,3-2-72,3 0 24,0 0-24,3 1 0,7-1 40,0 0-16,6-2-48,-2 0 0,5 0 8,5 2 0,-1 0-32,-1 0 24,4-1-32,9-1 24,0 0 0,4 0-64,2 0-32,2 0-8,0 0-56,0 0-32,0 0 8,4 0-48,0 0 72,0 0 72,2 0-16,0 0 0,13 2 8,-13-1-48,17-1 40,-5 2 24,3 0-57,6 0 41,2 0-24,6 0 16,4 0 32,0 3-64,3-3 16,3 0 8,5 0-8,1-2 32,3 0-8,-2 0 40,-1 2 0,3-2 8,2 2-16,-3-1-40,-1 1 24,-1-2 72,3 0-24,-2 2 24,-1-2-24,-3 0-32,1 0 56,-1 0-8,-3 0-8,-1 0 0,-5 0 24,0 0 16,0 1 0,-4-1-8,-4 0-16,-4 0-16,4 0 8,-2 0 16,-4-2-16,-7 0 56,-11 2-32,17-2 24,-7 2 16,-11-2-16,11 0 16,-17 0 40,4 0 32,2 0 8,-2 0 64,-4 0 8,0 0-16,0 0 16,0 0-31,0 0-121,-2 0 24,0 0-32,-2-4-24,2 0 16,-4 0-32,-1 4-24,-9-5 48,10 1 0,-3 4 8,-11-4 0,3 0-8,-1 0-16,-1 4-16,-2-4-8,-1 0-56,-7 4 48,-2-4 0,0-1 64,0 5-24,-2-4-16,-6 4-16,-1-4-24,3 4 56,0-4 32,-4 4-16,-2 0-32,-1 0 72,1 0-56,-1 0 24,-1 0 56,-5 0-64,3 0 56,2 0-16,-3 0-72,-1 0 24,-1 0-24,3 0 40,1 0 24,1 0-24,-3 0 8,1 0 0,1 0 16,3 0 8,2 2-72,-3 0 16,3 0 24,2 0-8,4 0 40,2 0 0,0 0-56,2 1-32,4 1 32,6-2-8,-2 0-32,1 2 32,3-2-16,3 2-48,9 0 56,-11-2-40,14 2-16,-2 1 32,4-1-40,-1 0-16,3-2-16,0 2-24,0-2 16,5 0 48,-1 0-8,2 0 24,12 2 16,-11-2-48,15 1 24,-1-1 8,4 0-8,2 0 0,6 0 8,2 0-24,6 0-8,4-2-8,3 0 0,-1 0 32,9 0-32,0 0 24,0 0-16,-3 0-8,3 0 32,0 0-8,2 0-24,-5 0 0,3 0 0,0 0 72,0 0-16,1 0-41,-3 0 9,0-4-16,-3 4 40,1 0 24,-3 0 0,-5 0-48,1 0 48,-1 0 24,-1 0-32,-4 0 16,-4 0 16,0 0 8,3 0-24,-3 0-24,-6 0-24,-5 0 32,1 0 8,2 0 32,-4 0-16,-5 0-48,-1 0 64,-1-4-48,3 4 8,-3 0 0,-12-4 16,1 4 16,1-5 48,12 5-23,-14 0-17,1 0 32,-5 0 0,0-4 32,0 4 0,0 0-48,0 0-16,-5-4-16,-1 4-8,2 0 0,-2-4 80,0 4-112,-11-4 48,11 4 24,-2 0-56,0-4 48,-13 4-72,13 0 8,-13 0-64,15 0 88,-13-4 16,11 4 32,-13 0-8,13 0-24,-13 0 0,3-4-64,-3 4 40,1 0-8,-1 0-8,0 0 16,-4 0-8,-3 0-8,-1 0 40,4 0 32,-2 2 0,0 0-40,-2 0 24,-2 0-8,2 0-48,3 2 48,-5-2-48,-2 2 48,2 0 24,-2 0-24,2 1 24,-2-1-56,-5 2 16,3-2 80,2 2-24,-2 0-8,-2-1 8,0 1-56,0 0 0,2 0-8,2 0 8,0 0-24,-3 1 64,3-3 16,3 0-8,-1 2 16,0-2-88,2-2 24,0 2 8,4 1 0,2-3 56,1 0-56,-3 0-24,4 0 56,5 0-32,-1 0-8,1 0 16,-1 0-24,11 0-8,0 0-16,0 0-16,-1 0-16,1 0-8,2 0-8,2-2-56,2 3-8,0-3-16,0 0 64,0 2 0,6 0-8,0-2 32,1 2-56,13-2 48,-14 2 48,19 0-64,-8-2 16,1 2 8,5-2-25,4 2 17,6-2 40,4 0-56,0 0 0,4 0 72,5 0-56,-1 0 32,1 0 0,-1 0-24,3 0 32,3-4 24,-1 4-16,-1-4 0,-1 0-8,1-1 16,1 1 0,-3 0-24,-1 0 16,-3 0 24,0 0 8,1 0 16,1 0-40,-6-1 40,-1-1-32,1 2 56,0-2-16,-4 2-64,-6-2 16,0 1 0,2 1 40,0 0-8,-8 0-8,-5 0 16,3 0-64,2 0 24,-1 0 24,-5-1-56,-11 1 72,10 4 32,-9-4-24,15 4 8,-22-4-24,5 4-40,-5 0 40,0 0 16,4 0-16,0 0 0,-4 0 16,0 0-16,4 0 16,-4 0-24,4 0-16,-4 0 24,0 0 0,0 0-40,0 0 40,0 0-56,0 0 24,0 0-8,0 0-8,0 0 40,0 0 0,0 0-24,0 0 24,0 0 8,0 0 16,0 0-48,0 0 0,0 0 0,0 0-16,0 0 16,0 0 40,0 2-16,0 0 16,0 0-32,0-2-32,0 0 24,0 2 32,4 0 40,0-2-32,-4 2-56,0-2 24,0 3 32,0-1 8,-2-2 0,0 0 0,-2 2 16,0-2 0,-2 2 0,-11-2-40,13 2 8,-2 0-24,0 0-16,-1 0 24,-9 0 48,10 0-32,-2 0 32,-1 0-32,-9 0-32,9 0 16,-11 0 0,14 0 16,-13 1 0,11-1 0,-13 0-24,13 0 8,-11 0 40,11 2-24,-13-2 0,13 0-8,-13 0-32,15 0 32,-10 2 8,10-2-32,-11 0 8,13 1 16,-2-1-24,0 0-8,-1 0-16,1 0 0,0 0-16,4-2 0,2 2-16,-2-2-24,0 2 32,2 0 48,0 0-16,4 0-8,0 0 24,0 0-32,2 0 72,11 0-24,-13 0-56,12 1 16,-9-1-16,17 0 8,-5 0 64,-2 0-24,-1 0 0,5 0-16,1 0 0,3-2-32,0 0 8,-4 0 16,3 2 40,1-2 16,0 0-24,-4 0-8,-1 0-8,-1 0-8,1 0 8,1 0 24,-2 0-48,-13 0 40,19 0 16,-5-4 64,-3 4 16,-1-4-64,-9 0 24,9 0-32,-12-1 16,13 1 32,-13 4 48,2-4-56,-2 0 48,0 0 0,-4 0-40,4 0-16,-4 0 56,0-1-39,0 1-9,0 0 0,-2-2-112,-4 2 48,0-2-16,0-1 8,-11 1 8,9 0 0,-13-10 16,15 16 40,-15-7-16,13 1 0,-17-10-40,5 11 24,1-1-8,1 0-8,-5-12 40,-4 13-16,-2-11 8,2 12-8,1-2-32,-3-13 0,-4 15 8,2-13 8,2 13 72,0-12-56,-4 12 0,-9-13 8,3 13-56,2-13 40,0 13 8,-6-2-32,-1 0 8,1-11 0,0 13 8,-1-2 0,-3 0 40,-3 0 24,1-1-8,1 1 8,-30-10-88,-9 10-8,4-1 72,7-9 0,10 16 32,2-6-48,0 2-32,0-3 40,0 3 24,6 0 56,0 0-40,-2 0-16,3 0 16,1 0-16,0-1 48,7 1-56,-3 0-32,0 0 16,7 0-8,4 0 0,-1 0-16,5 0-8,0-1 0,2 1 8,4 4 0,-2-4-72,0 4-32,2 0 32,0 0-8,6 0-16,3 0-112,-3 0 0,6 0 32,1 0 8,11 0 88,-1 2-16,-8 0-40,11 0 24,-1 0 24,0 0-48,0 1-8,4-1 48,0 0-24,0 0 0,2 0-8,0-2-32,0 2 32,0 0 40,4 0 15,2 0 17,13 0 8,-13 0-8,17 0-16,-7 0 32,7 0 8,2 0-8,1 0 40,3 1-40,6-1-40,5-2-56,-1 0 0,2 2 32,-2 0 8,1 0 32,1 0-8,0 0-24,0 0 48,1-2-48,-3 0 16,2 0 0,-4 0-24,3 0 72,-1 0-16,0 0 0,-2 0-16,-2 0 16,0 0 8,-4 0 0,0 0-40,-6 0 16,-4 0 32,-5 0 8,-10-4 64,11 4-32,-17-4-8,0 4 16,4 0 56,-4 0 8,0 0 64,0 0 24,0 0-16,-2 0-16,-4 0-32,0-4-56,-1 4-32,-1-5 9,-10 5-9,11-4 8,-15 4-32,-1-4 8,-4 4-8,-2 0 24,-2 0 8,0 0-40,-6 0 8,-6 0-8,-1 0 56,1 0-16,-2 0 0,-1 0-16,-1 0-32,-3 0 48,5 0 24,-3 0-40,1 0-8,-1 0 0,-1 2 8,1 0 8,-1 0-56,-1 3 32,1 1-56,-1-2 16,1 2 32,-1 0-64,3 0 56,-1 1-48,5-1 40,1-2-24,1 0 0,6-2 24,0 2-24,0 0 16,8 1-24,-4 1-16,4-2 32,9 0 40,-3 0-16,13 0 8,-9-2-48,15 0-16,0 0-16,2 1 0,0-1-40,0 0-9,0-2 17,0 2 32,6 0 24,13 0-24,-13 0 16,21 0 48,-6 0 16,-1-2 40,5 0-16,4 0-16,4 0 0,4 0 24,2 0 8,5 0-40,-1 0 16,0 0-16,3 0 16,1 0 16,-1 0-32,1 0-8,1 0 24,-1-4 40,3 4-16,-5-4-64,1 4-32,1-4 32,-2 4 0,-1 0 24,-5 0-16,-2 0-56,0 0 24,-2 0 40,-4 0-32,0 0 0,-4 0 24,-4 0 24,0 0 40,-5 0-40,-12 0-16,17 0-8,-19 0 24,2 0 40,1 0 8,-3 0 57,-4 0 39,0 0 72,0 0 16,0-4-48,-4-1-40,-5 1-40,-7 0-72,10 0 8,-15 0-40,4 0-16,-3 0 40,-3-1 8,0 1 24,-3 0-64,-5 0 24,-2 0-8,-5 0 24,-1 0-8,0 0 0,0 4 16,-9-5 0,3 5 16,-3-4-48,-3 0-72,1 0 8,-1 4 32,1-4-40,0 4 48,-1-4-48,1 4 40,1 0 24,-1 0-48,5 0 16,-5-4-48,3 4 16,-3 0 48,1 0-16,-1 0 40,3 0-32,1 0-8,5 2 16,-2 0-40,5 0-24,1 0-8,2 0 24,2 0 64,4 0-8,4 0-40,5 0-32,3 0 0,-1 0 32,-1 0 8,1 1-8,9-1-32,-7 0 32,14 2 24,0 0 0,2-2-40,0 0-16,0 0-24,0 0 32,4 2-32,0-2 16,0 2 48,2 1 16,0-1 64,13 0-40,-13 0-24,17-2 0,-5 0 8,1 0-8,0-2 8,3 2 16,1-2-32,4 2 48,2 0 8,0 0-48,2 1 40,2-1-16,2 0 8,4 0 32,2 0-96,1 0 24,-1 0-8,0 0 8,-2 0 56,3 0-56,-1 0 0,-4 0-8,7 4-8,-5-1 8,-2-1 8,2 2-56,-2-2-16,-2 2 64,5-2-8,-5 0 32,0 1-8,2-1 48,-2-2-64,-2 0 8,0 0-16,-6 0-24,0 0 64,-4-2 32,-5 2-16,3-2-40,-3 0 0,-11 0 24,11 0 80,-18 0-24,4 0 64,-4 0 40,0-4 16,0 0 104,0 0-40,-4 0-48,-2-1-24,0-1-16,-3 0-64,-7 0-16,10 0-56,-15-1 32,0 1 0,1 2-24,-7 0-48,-4 0-80,-2 0 48,-4 4 24,-2-4 72,-1 4-72,-5 0-16,2 0-8,-5 0-16,-1 0 72,1 0-24,-1 0-32,-1 0-8,0 0 0,-1 0 0,1 2 16,-1 0 24,-1 0-24,2 0 32,1-2-32,-3 2-16,3-2-8,1 0 0,1 2 0,3 0 24,1 0-32,-2-2 16,8 2 24,-1 0-16,1 0 24,4 0-72,-2 3 56,4-1 24,4-2-8,0 2 64,9-2-64,1 2 8,9 0 8,0 0-16,-9-2 8,15 0-16,0 1-40,2-1 0,0 2 8,0-2-32,4 0 8,0 0 64,13 0-24,-11 0 24,15 0 16,-3 0-32,3-2 24,2 2 40,8-2 48,4 0-32,6 0-8,2 0 8,3 0 8,1 0 24,7 0-8,-2 0-32,3 0-16,-1 0 64,0 0-24,-1 0 24,3 0-72,0 0-32,0 0 40,1 0 0,-1 0 32,0-4-16,-2 4 32,-3 0-40,3 0 40,-7 0-48,3 0-24,-3 0 48,1 0-32,3 0 24,-5 0-88,-5 0 32,-10 2-8,-4 0 8,-4 0 64,4 0-72,-1 0-8,3 3 24,0-1 0,2 0-24,0 2 24,-4 0-96,-2 0-8,-5 1 64,1-1-24,-15 0 24,17 0 32,-19-2 8,2 0 32,0-2-8,-1 1-8,-5-1-8,0 0 96,0 0 0,0 0-32,-5-2 16,-1 0-64,-10 2 24,10-2 16,-17 0-40,2 0-8,-2 0 16,-3 0 24,-3 0 40,-2 0-48,-6 0 8,-5 0 8,-1 0-24,0 0 48,-3 0-16,1 0-24,-3 0 16,1 0-40,-1 0-40,-1 0-32,1 0 24,1 0-8,-1 0 80,1 0-40,1 0-40,-1 2-16,2 0 0,-1 0 64,-1 2-32,1 0-8,3 0-16,-1 1 24,3-1 0,0 0 8,4 0 8,4-2-56,2 2 40,2 0 24,4-2-16,4 0 16,5 0-48,-1 1 0,9-1 8,-8 0 0,14 0 0,-5 0-40,5 0-24,0 0 16,2 0 24,0 0 32,4 0 16,3 0-16,9 0 8,-12 0 24,15 0 0,-3-2 40,3 2 8,4-2 8,1 3 0,3-3-48,4 0 40,4 0-40,2 2 16,7 0-16,1-2-16,-1 2 40,1-2-8,2 2 0,1 0 24,1-2-40,-1 2 24,-1 0 24,3 0-64,-3 0 8,1-2 0,-1 2 0,-1-2-8,1 0 0,-3 0-24,-1 0 24,0 0 48,3 0 0,-3 0-8,-2 0-40,-1 0-16,-5 0 8,0 0 0,-6 2 0,-2-2-8,-3 0 32,-3 0 8,0 0 24,-15 0 0,15 0 8,-17 0 16,2 0 40,0 0 40,0 0 0,-2 0-32,-4 0 48,0 0-48,-2 0-40,-4-4 0,0 4-56,-2-4 0,-9 4 32,11-4-32,-15 4 0,5 0 24,-3 0-24,-4 0 48,-1 0 0,-3 0-32,-6 0-16,0 0-8,-2 0 0,0 0 16,-3 0 24,1 0-32,-2 0-8,0 0-16,0 0-16,-1 2 32,-1 0-32,2 0 80,-2 0-48,3 0-40,-1-2 16,2 2-56,2-2 56,0 2 24,2 0 0,0-2 8,2 0-56,0 2 16,6-2 8,0 2 8,7 1 8,-1-3-8,11 0 24,-13 2-16,15-2-8,-2 0-32,2 0-56,1 0-16,3 0 16,2 2-8,0-2 24,7 0 24,11 0 64,-12 0 24,15 0 24,-4 0-40,3 0 0,3 0 0,2 0 32,4-4 24,2-1-64,2 5 24,0-4-32,2 0 0,2 0 56,0 4-24,2-4-24,0 0 48,3 0-48,-1 0-32,0-1 48,1 5-40,1-4 16,0 0 48,1 0-56,-3 0 8,0 0 8,-1 4-8,-3-4 0,-2 4-16,0-5-24,-2 5 16,-2-4 32,-2 4-32,-7 0 0,1 0 8,-2 0 16,-3 0 0,-1 0 32,-11 0-32,11 0-40,-13 0 24,2 0-32,10 0-16,-16 2 32,0-2-24,5 2 48,-5-2-48,0 0-64,-2 3-17,-3-1-95,-1 0 16,0 0-32,-2 0-24,-11 0 16,11 0-8,-13 0 72,13 0-8,-15 0 64,7 0 24,-3 0 48,1 0 56,1 0-32,1 0 8,-1 1 0,1 1 0,-1 0 40,1 0-16,7-2-16,-11 2 0,11-2-8,-9 2 24,12-2-32,-3 0-32,1 0-48,0 3-24,0-3-120,1 2-1088,7-4 1360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5:27.768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1658 218 592,'0'0'0,"0"0"248,0 0-72,0 0-24,0 0-32,-2 0-24,2 0 0,0 0-8,0 0-24,0 0-8,0 0-32,0 0 24,0 0 0,-2 0-24,2 0 8,0 0-24,-2 0 8,2-5 24,0 5-8,0-4-8,-2 0-16,0 4 8,2-4-8,0 4 0,0-4-8,0 4 8,-2-4 32,0 4-8,2 0-8,-2-4-24,0 4 32,2 0-24,0-5 8,0 5-8,-2 0-8,-1-4 16,1 4 0,2 0 8,0 0-32,0-4 48,0 4-16,0-4 8,0 4 16,0-4-24,-2 4 0,2 0 0,0 0 0,0 0-40,-2 0 40,0 0-8,0-4 24,2 4 8,0 0-24,0 0-16,0 0 0,0 0 16,0 0 8,0 0 0,0-4-8,0 4 32,0 0-40,0 0 0,0 0-32,0 0-40,-2 0 72,2 0 40,0 0-72,0 0-16,0 0 40,0 0 0,0 0-16,0 0 0,0 0-24,0 0 24,0-4-24,0 4 40,0 0 0,4 0 0,-4 0-40,4 0 8,-4 0 16,4 0 24,1 0-8,-5 0-32,4 0 8,0 0-16,0 0-8,0 0 32,0 0-8,0 0-16,-4 0 16,5 0 32,-1 0-16,0 0-24,-4 0 40,4 0-24,0 0 16,-4 0 48,4 0-48,0 0-48,-4 0 16,0 0 8,0 0 24,0 0 24,0-5-32,0 5-8,0 0 32,0 0 0,0 0 16,0 0-8,0 0 0,0 0-8,0 0 40,0 0 0,4 0 0,-4 0 8,0 0-16,0 0 16,0 0 0,0-4-16,0 4-16,0-4 8,0 0-8,0 4 24,0 0-32,0-4 16,-2 4 48,-2-4-40,2 4 16,0-4-16,0 4-8,-2-4 8,2 4 8,0 0-8,0-5-64,0 5 48,-2 0 8,-1-4 32,1 4 0,-2 0-40,4-4 16,-2 4-16,0-4-16,0 4 48,-1-4-48,-1 4 24,0-4 16,2 4 1,-2-4 7,4 4-48,-5 0 48,1-4-32,0 4 8,0-5 0,0 5-40,0-4 16,-1 4 24,3 0-16,-2 0-16,0-4 8,0 4 8,2 0 16,1 0 24,1 0 0,-2-4-72,-2 4 88,0 0-80,0 0-8,-1 0 24,5 0 8,-2 0-24,-2 0 8,4 0 0,-2 0-56,0 0 32,0 0 24,0 0 0,1 0-24,1 0 24,-2 0-40,2 0 72,0 0-16,0 0-16,0 0 24,-2 0-16,-2 0-24,-1 0 88,3 0-32,0 0-32,2 0 16,-2 0-8,0 0 8,2 0 0,0 0 72,-2 0-72,2 0 16,-3 0 24,3 0-16,0 0-24,-2 0 32,2 0 0,0 0-64,0 0 24,0 0 8,-2 0 0,-2-4 40,1 4 32,1 0-64,-2 0-32,0-4 16,0 4 16,0 0-8,4 0 8,-5-4-16,1 4-8,2-5 8,-2 5-8,0 0-8,-1 0-32,1 0 24,0 0 32,4 0-24,-2 0-16,-2 0 0,2 0 8,-3 0 0,3 0 32,-2 0-48,0 0 8,0 0 0,-1 0 24,1 0 0,2 0-32,-2 0-32,0 0 72,2 0 16,-3 0-32,3 0-24,-2 0-8,0 0 8,2 0 40,-2 0 24,-1 0-88,1 0 40,0 0 8,0 0 80,0 0-48,-1 0-40,1 0 24,0 0-80,-2 0 48,-1 0-48,3 0 0,-2 0 8,0 0 48,2 0 48,-3 0-32,3 0-16,0 0-16,0 0 56,2 0-32,-1 0-24,-1 0 0,0 0 24,0 0 8,0 0 8,2 0 8,-3 0-32,3 0 8,0 0 8,0 3-8,0-1-16,-2-2-40,-1 0 32,1 0-16,0 0 48,2 0 8,0 0-48,0 2 40,-2 0-24,1-2-8,1 2 16,0-2-16,0 0 24,-2 0 32,0 0-32,1 0-8,-1 0-32,0 0 56,2 2-16,-2-2-24,0 0-16,-1 0-8,1 0 64,0 0 16,0 0 24,0 0-64,-1 0 0,1 0 40,0 0-40,2 2 8,-2-2-16,0 0-8,-1 0 88,-1 0-24,2 0-40,0 0 40,-1 0-88,1 2 40,2-2 16,-2 2-96,2-2 56,0 2 32,-2 0-16,1-2 48,-1 2-104,-2 0 8,0 0 48,1 0 8,1-2 8,2 3-24,2-3 0,-4 0-48,4 0 80,-4 0 0,-1 0-32,3 2 40,-2-2-96,0 2 72,2-2 8,-2 0 24,1 0-24,1 0-16,-2 2-16,2-2-64,0 0 72,-2 0 0,2 0 40,-1 2 24,-1-2-32,2 0-40,-2 0-8,0 0 8,2 0 48,-3 0 0,3 0-72,2 0 48,-2 0-32,0 2 24,0 0 24,-2 0-32,-1 0 8,1 0 16,0-2 8,4 0-40,-4 0-8,0 2-56,-1-2 112,1 2 0,0-2-32,4 2 8,-4-2-64,0 2 16,-1 0 40,1 0 32,0 1-56,0-1 40,0 0 0,-1 0 48,1 0-72,0-2 0,0 0 32,0 0-24,-1 2 16,1-2-16,0 0 16,-2 0-40,2 2 56,-1-2-40,1 0-8,0 2-24,0 0 56,0 0 24,2-2 24,-1 0-128,1 0 24,0 2 24,-2 0 8,2-2 32,-2 2-40,-1-2-8,3 0 24,0 0 16,-2 2-16,4-2 0,-4 2-8,0 1 0,3-3 32,-1 2-40,0 0-96,2 0 104,-2-2 24,0 2-16,2-2 40,-2 0-96,0 2 8,1-2 56,-3 2-24,4 0 32,-2-2 0,0 0-8,2 2 32,0 0-24,-4-2 0,-1 2-32,1-2 24,0 0 8,4 0-8,-2 0 8,0 0-72,0 2 80,-1-2-8,1 2 0,2-2-24,-2 0-56,2 2 40,0 0 8,-2-2 104,2 0-88,0 0-8,-2 2 8,2 1 24,-3-1 32,-1 0-56,4-2-8,0 2 24,0-2-32,0 0 56,0 2-24,-2 0-80,2 0 96,0 0-16,-2 0 0,1-2-8,-1 2-24,0 0 32,2 0-8,0 0-48,0 0 56,2 0-40,-2 1 0,0-1 32,0 0-40,-4 0 32,4 0 0,0 0 16,-1 0 0,1 0-48,0 0 0,0 2 16,0-2 56,0 2-32,0-2-16,0 0 0,-2 3-32,2-1 56,0-2 48,0 0-64,0 2-16,0-2 24,-3 2-16,3-2 24,2 0-56,-2 0 16,0 0 32,0 1 24,0 1 32,0-2-40,0 2-48,0 0 0,0 0 64,0-2-56,0 0 8,0 0-16,0 0 96,2 0-24,0 0-40,-2 1 0,-1 1-104,3-2 88,-2 0 16,0 0-48,0 0 32,0 2-16,2-2 56,0 2 24,0-2 8,0 0-56,-2 0-40,2 1 40,0-1-40,-2 0 24,2 0 48,-2 0-24,0 0-16,0 2 16,0-2-64,0 2 24,2-2 48,0 0 0,0 2 24,0-2-72,-2 3 0,2-1 16,0 0 32,-2 0 0,0-2-56,2 0 24,-3 0 0,3 0 72,0 2 24,0-2-96,0 3 48,0-3-24,-2 0-24,2 2 40,-2-2-72,0 0 80,2 0-16,-2 0 16,2 0-8,0 0-96,0 0 48,0 0 16,0 0 8,-2 0 8,2 1-24,0-1-16,0 0 56,0 0-32,0 0 8,-2 0-8,2 0 8,-2 0 48,2 0-40,-2 0 8,0 0-56,0 0-8,2-2 80,0 2-32,0 0 0,0 0-24,0 1 136,0-3-64,0 2-24,0-2-16,0 2-152,0-2 104,-2 2 64,2 0 24,0 0-32,0-2-32,-2 2 0,2 0 8,0 0 24,0 0-56,-2 0 48,2 0 48,0 2-16,0-2 0,-2 0-48,2 1-16,0-1 56,0 0 16,0 0-48,0 0-24,0 0-40,0 0 80,0 0 48,4 0-32,-4 0-16,0 0-40,0 0 48,0 0-64,0 0 56,0 0-48,0 1-8,0-1 88,4 2 0,-4 0 0,0 0-64,0 0 24,0-2-24,0 2 40,4 0-32,-4-2-32,0 1 8,0 1 24,0-2 32,4 2 8,-4 0-8,0-2-56,0 2 16,0 0 48,0-2-56,4 0 8,-4 1 8,0-1-16,0 2 80,0-2-72,0 0 40,4 0-40,-4 0-24,0 0 80,4 0-32,-4 0-72,0 0 48,5 2 48,-5-2-48,0 0 89,0 1-106,0-1 25,0 0 33,4 0 7,-4 0-16,0 0-8,0 0-48,0 0-8,0 0 96,4 0-80,-4 2 48,0-2 16,0 2-32,0-1 48,4-1-40,-4 0-32,0 0 40,4 0-8,-4 0 24,4 2-24,-4-2 24,0 0-32,4 0 16,-4 2-16,0-2-72,5 0 64,-5 0 8,0 1 24,4 1-8,-4-2-64,0 0 16,4 0 32,-4 0 32,4 0-8,-4 0-8,4 0-8,-4 0-56,4 0 64,-4 0-72,4 0 64,0 0-8,-4 1 40,5-1-8,-5 0-72,4 0 32,-4 0 40,4-2 0,0 0 24,0 2-16,-4-2-120,4 2 88,0 0 8,0 0-8,-4-2 24,5 2-48,-5 0-8,4 0 40,0-2-16,0 2 16,-4 0-48,4-2 8,0 2 16,0 0 8,0 1 32,1-1-56,-1-2 56,0 2-48,0 0-24,0 0 64,0-2-40,0 2 56,1-2 40,-1 2-88,0-2 0,0 0-8,0 2 0,0-2 72,2 0-72,-2 0 0,3 2-16,-1-2 0,0 2 72,0-2-32,0 0 16,-1 2-24,1-2 56,0 2-24,0-2-32,0 0 24,-2 0-80,1 2 64,-1-2 0,0 0-56,0 0 48,0 2-88,0 0 112,0 1 8,1-3-64,-1 0 88,2 0-88,-2 2 48,2-2 56,-2 0-32,2 0-40,1 0 16,-1 2-24,0 0 16,0 0-24,0-2 0,1 2 32,-3 0-24,0-2 40,0 2-64,2-2 0,-2 2 8,0-2 8,1 2 24,1-2-32,-2 0 0,2 2 80,0-2-72,-2 0 32,3 0-16,-1 0-56,0 0 72,0 0-24,0 0 48,1 2-40,-1-2 8,-2 0 16,0 0-16,0 0 8,0 0-8,0 0-24,3 2 8,-3-2-16,0 0 16,2 0 0,-2 0-56,2 2 112,1-2-56,-1 0 16,0 0 0,-2 0-56,0 0 72,2 0-8,-1 0 40,-1 0-40,0 0-8,0 0 32,0 0-16,0 0 16,0 0-80,0 0 32,1 0 0,-1 0-40,0 0 24,0 0 0,0 0 8,0 0 32,0 0 24,1 0-80,-1 0 40,0 0 112,0 0-48,0 0-32,0 0-16,0 0-136,0 0 88,3 0 56,-3 0-32,0 0 8,0 0-56,0 0 40,2 0 32,-2 0-72,1 0 40,-1 0-8,0 0 8,0 0 88,0 0-48,0 0-24,0 0 24,3 0-32,-3 0 72,2 0-48,0 0-72,-2 0 80,2 0-32,1 0 40,-1 0-8,0 0-56,0 0 8,0 0 32,1 0-16,-1 0-8,0 0 16,0 0-64,-2 2 104,2-2 8,1 0-88,-3 0 80,0 0-48,2 0 24,0 2 16,0-2-48,1 0 8,-1 0 8,0 0 8,0 3-8,0-1-16,1-2-24,-1 0 56,0 0 80,0 0-112,0 0 8,1 0 8,-1 0-72,0 0 104,0 2 0,0-2-88,1 0 16,-1 0 64,0 0-40,0 0 56,0 0 32,11 0-88,-17 0 72,6 2-56,11-2-48,-13 0 0,2 0-32,0 0 64,0 0 56,0 0-32,11 0 8,-17 0-16,6 0-40,0 0 56,11 0-24,-13 0 32,0 0-40,2 0 56,1 0 0,-1 0-104,0 0 96,-2 0-64,2 0 56,0 0 8,1 0-80,-1 0 56,0 0 0,0 0 16,0 0-8,1 0-64,-1 0 16,10 0 24,-12 2 24,1-2 0,1 2-48,10-2-16,-10 0 64,11 2-80,-17-2 16,6 0-8,0 0 48,1 0 32,11 0 0,-14 0-24,0 0-24,3 0-8,9 0 40,-12 0 0,2 0-64,1 0 40,-1 0 56,0 0-72,0 0 32,0 0 8,1 0-40,-3 2 32,2-2 72,0 0-72,-2 0-32,0 0 40,3 2-72,-1-2 72,0 0-8,-2 0-56,0 0 24,2 2 16,1 0-16,-1-2 32,0 0-24,-2 0-8,2 2 64,1 0-64,-1-2 24,0 2-16,0-2-32,0 2 112,0 1-40,1-3-32,-1 0-16,-2 0-40,2 0 96,0 0 40,1 0-24,-1 0-56,0 2-24,0-2-40,0 0 24,11 2 40,-17-2-72,6 0 96,0 0-24,0 0 32,1 0 0,-1 0-40,0 2 32,0-2 24,0 0-32,1 0-48,-3 0 32,0 0-32,2 0 64,-2 0 0,0 0-64,0 0 40,3 0-8,-3 0 32,2 0-56,0 0-16,-2 0 24,2 0 24,1 0 72,-1 0-48,-2 0 32,2 0-104,0 0 8,1 0 48,9 0-88,-16 0 72,6 0 64,0 0-80,11 0 40,-13 0-8,0 0-72,2 0 88,1 0-72,-1 0 16,10 0 48,-16 0-32,7 0 32,-1 0 32,0 0-32,0 0-88,11 0 64,-11 0 0,10 0 32,-12 0-88,1 0 8,1 0 24,0 0 80,0 0-16,0 0-56,-1 0 32,1 0-8,0 0 0,0 0 24,0 0-72,0 0-8,1 0 80,-1 0 48,10 0-80,-16 0-16,7 0 40,-1 0-64,0 0 72,0 0-8,0 0-104,1 0 64,-1 2 32,0-2-24,0 0 32,0 2-32,1-2-16,-1 0 64,0 0-8,0 0-64,0 0 24,0 0-16,1 0 48,11 0-8,-14 0-24,0 0-24,3 0-8,-1 0 72,12 0 8,-13 0-40,1 0-16,0 0-56,10 0 32,-11 0 24,11-4 0,-16 4 56,6 0-40,11 0 40,-13 0-48,0 0-56,2-4 64,1 4-16,-1 0 64,10 0-16,-12 0-64,0 0-16,3 0 48,-1 0 24,10 0-16,-12 0 16,1 0 8,1 0 16,12 0 24,-13 0-16,1 0-56,0 0-48,0 0 64,0 0 0,11 0 32,-13 0-16,0 0-64,2 0 8,11 0-40,-13 0 16,0 0 48,2 0-8,0 0 48,13 0-48,-15 0-16,2 0-24,1 0-24,11 0 120,-14 0-64,13 0 16,-13 0 72,2 0-56,11 0 24,-13 0-8,2-5-104,0 5 56,0 0 40,11 0-24,-13 0 48,2 0-48,0 0-8,1-4 40,-1 4-56,10 0-16,-16 0 96,6 0-96,1 0 32,-1 0 48,0 0-104,0 0 40,0-4 48,1 4-8,-1 0-32,0-4 56,0 4-72,0 0 48,-2 0-8,3 0-8,-3 0 32,0 0-8,0 0 8,0 0-24,2 0 16,1 0-48,-3 0 40,0 0 24,2 0-56,0 0 8,0 0 8,1 0-24,-3 0 8,2 0 56,0 0-48,0 0 8,1 0-8,-3-4 80,2 4-64,0 0-16,0 0-16,0 0-48,1-4 56,-1 4 56,10 0-16,-16 0-48,7 0 24,-1 0 0,0-4 40,0 4 32,0 0-96,-2 0 8,1 0 8,1-4-56,-2 4 120,0 0-48,0 0 24,0 0-40,2 0-24,1 0 0,-3 0-16,0 0 88,0 0 8,0 0 0,2 0-16,-2 0-96,1 0 16,-1 0 48,0 0 8,2 0 32,-2 0-32,0 0 32,3 0 0,-1 0 40,-2 0-72,0-5-8,0 5 32,2 0-56,0 0 8,1-4 64,-1 4-24,10 0-16,-11-4 8,-1 4-32,2-4-40,0 4 64,0 0 40,0 0 16,1 0-48,-1 0-32,-2 0-16,2 0-8,0 0 72,1 0-64,-3 0 32,0 0 8,0 0 8,2 0 72,-2 0-64,0-4-56,0 4 56,1 0-32,1 0 0,0 0 0,-2 0 8,-4 0 24,6 0 24,1 0-8,-3 0-88,-4 0 8,4 0 32,0 0 40,0 0-16,0 0-40,0 2 16,0 0 64,3-2 0,-3 0-72,-4 0-24,0 0 32,4 0 40,2 0-48,-2 0 40,0 0-32,0 0 8,3 0 24,-1 0-40,-2 0-16,0 0 32,2 0 16,0 0 8,-1 0-8,-1 0-48,-4 0 32,6 0 8,-2 0-8,0 0-8,0 0 32,-4 0-32,4 0 32,1 0 8,-1 0-72,-4 0 40,0 0 40,4 0 16,2 0-32,-2 0-32,0 0-32,-4 0 32,6 0 32,1 0-16,-3 0-40,0 0 16,-4 0 40,4 0 0,0 0 8,0 0-24,-4 0-40,4 0 72,1 0 8,1 0-72,-2 0 24,0 0 24,2 0 24,0 0-16,11 0-8,-13 0-80,0 0 8,2 0 48,11 0 24,-13 0-24,0 0-16,0 0 8,0 0-32,1 0 8,-1 0 72,0 0-80,-4 0 96,4 0-104,0 0 40,0 0 0,-4 0-48,4 0 56,0 0 0,1 0 16,-5 0-24,4 0 16,0 0 24,0 0-16,0 0 8,0 0-8,0 0-16,0 0 8,1 0-8,-1 0-24,0 0 32,-4 0-40,4 0 80,2 0-104,-2 2 72,0-2 8,-4 0 0,5 0 56,-1 2-80,-4-2-72,4 0 8,-4 0 120,4 0-48,0 0 0,2 0-16,-2 0-48,3 0 16,-1 0 48,0 0-16,0 0-24,-2 0 32,0 0 32,3 0 16,-1 0-64,-2 0 8,0 0 0,0 0 16,0 0 16,0 0-8,-4 0-56,5 0 64,-1 0-8,-4 0 16,4 0-24,0 0-16,0 0 40,2 0 64,1 0-152,-3 0 72,0 0-16,-4 0 56,4 0-80,0 0 64,0 0-40,-4 0-112,4 0 296,0 0-224,1 0 104,-5 0-104,4 0-48,0 0 136,-4 0-112,4 0 136,0 0-104,0 0 40,0 0 24,-4 0-32,4 0 16,3 0-56,-1 0 64,0 0-32,-2 0 8,0 0 40,0 0-104,1 0 104,-1 0 16,0 0-96,0 0 56,0 0-48,-4 0 8,4 0 72,0 0-24,0 0-32,-4 0 24,5 0 0,-1 0-48,0 0 88,0 0-88,-4 0 32,4 0 64,0 0-136,0 0 48,-4 0 0,4 0 48,1 0 16,-1 0-8,0 0-96,-4 0 8,4 0 31,0 0 122,0 0-57,-4 0-72,4 0 64,-4 0-56,5 0 64,-1-4 8,0 4-80,0 0-41,0 0 57,0 0 8,-4-4 8,4 4-8,0 0 8,1 0-24,-1 0 64,2 0-32,-2 0-40,0 0 16,0-4 56,0 4-8,1 0 0,-1 0-16,0 0-64,0 0 40,0 0 48,0 0-64,0 0-8,-4-4 48,4 4-32,1 0 32,-1 0 8,-4 0-88,4-4 56,0 4 56,0 0-56,0 0 32,-4-5-56,4 5 8,0 0 32,1 0 16,-1 0 8,-4 0-48,4-4 72,0 4-24,0 0-40,-4 0 24,4-4-64,0 4 80,0 0 80,1-4-152,-5 4 16,4 0 24,0 0-80,-4 0 104,4-4 48,-4 4-112,4 0 48,0-4 24,0 4-40,1 0 64,-5 0-72,4 0 40,0 0-72,0-4 24,0 4 0,0 0 32,-4 0 16,4 0 24,0 0-48,-4-5-32,5 5 40,-1 0-16,0 0 0,-4 0-32,4 0 8,-4 0 24,4 0 32,-4 0 24,4 0-40,-4 0-56,4 0 40,-4 0 32,4 0-40,-4 0 32,5 0-32,-5 0 56,4-4-16,0 4-8,0 0-16,-4 0-72,0 0 72,4-4 8,0 4 48,-4 0-64,4-4-24,0 4 32,1 0 0,-1-4 8,-4 4-8,4 0-8,-4-4 56,4 4 64,0-4-128,-4 4 16,4 0 0,-4-4-56,4 4 48,-4 0-24,5-5 40,-1 5 16,0 0 16,-4 0-16,4-4-24,0 4-48,0 0 56,-4-4 32,4 4-64,0 0 112,-4-4-56,5 4-16,-5 0 40,4-4-88,0 4 16,-4-4 24,4 4 0,-4-4-56,4 4 48,-4-4 8,0 4-48,4-5 72,-4 5-32,4-4-64,-4 4 88,4 0-48,1-4 48,-5 4 16,4-4-96,-4 4 72,4-4-24,-4 4 32,4-4 8,-4 4-8,4-4-32,-4 4 8,4 0 24,-4-4 8,0 4-16,0-5-32,4 5-24,-4-4 16,4 4 16,-4 0 8,0 0-16,5-4 56,-5 4-72,4 0 64,-4-4 8,0 4-8,4 0 8,-4 0-24,0 0 0,4-4 32,-4 4-8,0 0-40,0-4-16,0 4-8,4 0 48,-4-4 16,0 4 0,4 0-40,0-5 0,1 5-8,-5 0-24,0-4 0,4 4 32,-4-4 80,4 4-48,-4-4-8,4 4-24,-4-4-32,0 4 88,4-4-32,-4 4-8,0-4-40,0 0-16,0 4 72,0-5-16,0 5-32,0-4-8,4 0 16,-4 0 48,4 4-24,-4-4-64,0 4 80,4-4 16,-4 4-56,5 0 16,-5-4-64,4 4 48,-4 0 48,0 0-24,0-4-8,0 4-32,4 0 8,-4 0 40,0 0 0,0-5-56,0 5 16,4 0 16,-4-4-8,0 4 80,4 0-80,-4-4 24,4 4-72,-4-4 40,0 4-8,0 0-16,0-4 88,0 4-24,0-4-32,0 4 0,0 0-32,0-4 32,0 4 32,0-4 32,0 4-56,0-5 32,0 5 0,0-4 32,0 4-72,0-4-24,0 4 16,4-4-24,-4 4 88,0-4-40,0 4 8,4-4-32,-4 4 16,5-4 16,-5 4-40,0-5-40,0 5 88,4-4 24,-4 4-8,0-4 24,0 4-96,0-4 24,0 4 24,0-4 0,0 4 16,0-4-32,0 0-16,4 0 16,-4-1-16,4 1 32,-4 4 16,0-4 0,4 0-32,-4 0-24,0 4 72,4-4-40,-4 0 32,4 0 40,-4 4-72,0-5 64,0 5 24,0-4-48,0 0-72,0 0 16,0 4-16,0-4 32,0 0 16,0 4-24,0-4-40,0 0 88,0-1-40,0 5 16,0-4-32,0 4 24,0-4 16,0 0-16,0 4-32,0-4 88,0 0-40,0 4-56,0-4-128,0-1 152,0 5-40,0-4 112,0 4-72,0-4-72,0 4 56,0-4-16,0 4 160,0-4-144,0 4 32,0-4 16,0 0-96,0 4 112,0-4 56,0-1-96,0 5 56,0-4-104,0 0 24,0 4 40,0-4-24,0 0 16,0 0 0,0 4-48,0-4 48,0 4 56,0-4-64,-2-1-8,0 5-8,2-4-16,0 4 64,0-4-24,0 4-16,0-4-24,0 0 40,0 4 24,0-4-32,-2 4 120,0-4-192,2 0 88,-2 4 8,2-5-128,-2 1 128,0 4-40,0-4 80,0 0-24,0 0-40,0 4-16,-2-4-16,1 0 64,1 4 0,0-5 0,0 1-56,0 0 32,0 4 16,0-4 0,0 0 16,0 0-80,0 4 24,0-4 24,0 0-8,0 4 16,-2-5 40,-1 1-48,1 4-16,0-4 40,0 0-88,0 4 32,0-4 8,0 0-16,-3 4 24,1-4 32,0 4 16,2-4 32,0 4 16,-2-5-8,-1 5-120,1-4 0,0 4 0,2-4 0,0 4 72,-2-4-32,-1 4 32,3-4-40,0 4-8,0-4 40,0 4-40,0 0 16,-2-4 40,1 4-24,1-4 24,-2 4-40,2 0-40,0-5 40,0 5 16,0 0 0,-1-4 0,1 4 32,0 0-16,0-4-8,0 4 16,0-4-40,0 4 24,0 0 16,-1-4-8,1 4 1,0-4-98,2 4 89,-2 0 0,2-4-7,-2 4 15,0 0-40,0-5 8,-1 5-24,1-4 64,-2 4-16,0 0-72,0-4 56,2 4 56,-1 0-64,1-4 24,0 4-48,-2-4 32,2 4-8,-2 0 88,2-4-8,-3 4-120,3 0 104,0-4-88,0 4-8,-2-4 8,0 4 48,-1 0 8,3-5 16,0 5-32,-2 0-56,0-4-8,0 4 32,1 0 56,-1-4-48,0 4 0,2 0-16,0-4 32,-2 4 48,1-4-40,-1 4-24,0 0-48,2 0 56,0-4 32,-2 4-24,-1 0 24,1 0-48,0 0 16,0-4 16,0 4-64,-1 0 64,1 0 88,0 0-24,0-4-48,0 4-72,-13-5-64,11 5 104,-9-4 48,13 4-8,-2 0-40,0-4-48,-13 4 96,15 0-32,-2 0 8,-2-4-8,-9 4-88,13 0 96,-2 0 8,-2-4-8,-1 4 40,3 0-144,-10-4 72,11 4-24,-1 0-40,0-4 80,-2 4-80,-11-4 72,13 4 40,-2 0-40,-1-5 0,-7 5-8,10 0-24,-2-4 96,1 4-40,1 0-48,-10 0 8,11 0-32,-1 0 56,0 0 16,-2 0-16,0 0 0,-9 0 24,13 0-8,-2 0-48,-3 0 80,-9 0-72,12 0 40,-11 0 8,11-4-96,-11 4 56,11 0-8,-12 0 64,12 0-16,-1-4-64,-11 4 24,12 0-24,-13 0 40,13-4 16,-2 4-64,-11 0-8,13 0 0,-13 0 56,13 0 0,-2-4-32,-11 4 72,13 0-40,-13 0 64,13 0-16,-10 0-80,9 0 32,-11 0-48,12 0 80,-11 0-16,11 0-56,-11 0 16,11 0-8,-10 0 72,12 0-56,-5 0-16,-9 0 16,14 0-40,-3 0 72,1 0-48,0 0-16,-2 0 24,0 0 16,1 0 40,1 0-24,-2 2-8,0-2 0,-9 2 16,15-2 8,-4 0-80,-11 0 24,11 0-8,-2 0 32,2 0 48,-3 0-64,-7 0 48,10 0-16,-3 0-64,1 0 120,2 0-72,-2 0-24,-9 0 96,13 0-80,-2 0 8,0 0 8,-11 2-48,11-2 8,-2 0 64,0 2-8,-9-2-16,11 0 72,-13 2-88,13 0 32,-2-2-8,-9 0-64,11 0 40,-15 2 0,15-2 32,-2 2 0,-11-2-24,13 0 24,-14 2 32,13-2-24,-1 0 24,-10 0-72,9 2 8,-11-2 104,13 0-72,-11 2 0,10-2-88,-13 3 80,13-3-32,-13 0 64,0 2 32,-8-2-200,3 2 128,3-2-16,4 0 64,11 0-64,-15 2-8,3-2 32,1 2 80,1 0-32,-3 0-24,4 0-16,-1 0-104,1 0 104,9 0 16,-13 0-32,5 0-80,8 0 80,-17 0 8,8 0 24,1 1-8,-1-1-32,1 0 48,-1-2-40,9 0 24,-17 2 24,7 0-120,-1 0 64,11 0 72,-13-2-88,5 0 32,-1 2 8,-1-2-16,1 2 48,11-2-56,-15 0 0,13 0-24,-13 0 24,5 0 64,-1 2-32,1-2-24,8 0 32,-13 0 8,13 0 80,-13 0-88,2 2 8,1-2-40,-1 0-72,11 0 120,-11 0-24,11 0-72,-12 0 40,11 0 8,-9 0 80,11 0-72,-13 0-24,12 0 32,-13 0-48,15 0 80,-3 2-16,-9-2-72,12 0 64,-13 2-24,13-2-8,-2 0 8,-1 2-8,-9-2 0,12 2 48,-13-2-16,13 0-152,-11 0 168,11 3-24,-2-3 24,0 2 88,-1 0-168,-7-2 24,14 2 32,-4 0-72,-1 0 64,1-2-40,0 2-32,0 0 40,0-2 48,-1 2-16,3 0-8,2-2-16,-2 0-16,0 2-32,2-2 8,0 0-40,0 0 32,2 0 40,0 2-16,0 0-32,0-2-80,0 2 8,0 0 56,0 0 24,6 1 72,0-1-48,13 2-88,-15 0 184,17 0-168,-5 0 16,-10 2 40,19 1-112,-8-1 112,1 0 0,3 0-24,-1-2-96,3 2 128,4-1 24,0-1 0,4 0-56,0 0 0,-4 2 8,6 0 24,0-2 64,2 1-96,-2-1 0,0 0 23,0-2 1,6 0 0,0 0-8,-4 2-8,-2 0 48,3 0 8,-1 1-24,2-3-40,-2 0-40,0-2 72,4 0-32,5 0 32,-3 2 0,-4 0-32,0 0 80,-10 0-16,-2 0 24,0-2-32,1 2-112,1 0 128,4 0-16,0 0-16,2 0 64,0 0-96,2 0 16,0 1 80,0-1-80,-4 2 48,-2-2 0,0 0-48,2 2 72,0-2-80,-2 0 32,-8 0-8,4 0 32,1 0 56,-1 0-64,-6 0 8,-1 0 40,1 1 0,2-1 16,-1 0-48,-14 0-40,15-2 40,-4 0 32,1 0-24,-1 0-16,-11 0-16,10 0-56,-9 0 176,13 0-56,-14 0-72,1-4 24,-1 4-104,10-5 104,-12 5 24,3-4-40,-1 0 56,-2 4-32,2-4 32,11 0 16,-17 0 56,4 4-72,2-4 16,-2 4-16,0-4-136,0 4 104,-4-5 64,4 5-24,1-4 16,-5 4-72,0-4-32,0 4 96,0-4 8,0 4-8,0-4-40,0 0-8,0 4 32,0-4-8,0 4 16,0-4-88,-2 4 48,-1-5 16,1 1-8,-2 0 8,-2 0-32,0 0-16,0-2 32,-1 2 48,1-3-40,-2 3 16,-8-2 40,9 2-104,1 0 56,-12 0-24,1-3-56,1 3 128,-3 0-40,2 0-64,-1 0 113,-7 0-105,-2 0-1,2 4 42,-1-4-122,-7 4 97,-3 0-8,-1 0 0,0 0 64,2 0-24,-2 0-72,-9 0 88,-1 0 16,2 2-72,1 0 49,-32 0-58,-9 4-55,1 0 104,13 0 24,9 1-32,5-3 57,1 0 15,-2 0-24,4 0 48,5-2 16,-1 0-80,5 2-24,-1-2 8,5 3-32,0-3 16,0 0 16,-3 2 8,7-2 48,4 2-48,-2 0 8,4 0-64,-2 0-16,0 0 24,10 1-16,3-3 16,-1 0-64,13 0 40,-15 2 8,17-2 0,0 0-40,-1 0 24,1 0 0,4 0-8,0 0 24,0 0-88,2 0 0,0-2 0,0 0 15,0 3 1,4-3-32,0 2 40,2 0 24,1 0 16,13 0 32,-14 0-64,15 0 40,-4 0 40,1 0 24,7 0-24,6-2-64,4 0 8,6 0 0,3 0 8,1 0-8,3 0-40,-1 0-16,1 0 64,1 0 24,-1 0-40,-1 0-24,1-4 32,-1 4 16,5-4 8,-1 4 16,-3-4-88,-1 4 24,-1-4 72,-1-1 80,-12 1-64,-6 4 0,0 0-24,2 0-88,0 0 96,-1 0-72,-5 0 24,4 0 40,2 0 48,4 0-8,-2 0-72,-6 0 72,-3 0-40,1 0 48,2 0 8,-7 0-64,-11 0 0,13 0 32,-13 0 24,17 0-24,-18 0 0,11 0 8,-13 0-32,2 0 24,13 0 0,-19 0 24,0 0 112,0 0-128,4 0 56,-4 0-104,0 0-48,0 0 120,0 0 96,0 0-40,0 0-16,0 0 0,-2 0-88,-2 0 72,0 0 16,0 0-88,-3 0-24,-1 0 16,-8 0-40,9 0 64,-1 0 24,-12 0-16,1 0 64,0 0-8,1 0-40,-3 0-40,-6 0 40,-4 0 16,0 0 32,2 0-8,-4 2-88,-8-2-32,-19 2 56,-4 1 0,-4-1 32,10 2 0,7 0-16,-1 0 72,0 0-40,3 2 0,-1 0-32,1 1-24,-1-3 40,3 2 32,1 0 48,1 0-56,-3 1-72,-1 1 24,-1 0-72,3-2 16,-3 3 32,7-3 56,-2 2-32,5 0-16,5-2 0,-2 1-88,0-1 72,2 0 32,0 0 0,4 0-88,8-1 24,-2-1 8,-2 0-16,9 0 104,1 0-96,11-2 16,-12 0 24,16 0-8,-3 0 48,-1 2-80,0 1-16,0-1-40,2-2-40,2 2 24,0-2 0,2 2 8,0 0-8,4 0 56,2 0 40,10-1-24,-11 1 8,15 0-8,-1 0 8,3 2 40,3-2-32,4 0-8,4 1-24,4-1 40,7-2-32,-1 2 0,2-2 0,1 0-16,3 0 64,3 0-32,0 0-16,-1 0-8,3-2 8,2 0-8,-3 0 24,1 0-32,0 0-16,-1 0 48,3 0 0,0 0 0,-5 0-16,1 0-16,0-4 40,1 4-16,-1 0 0,-4-4 8,-3 4-64,0 0 80,1 0 40,-5 0-16,-4 0 16,-6 0-16,0 0-8,2 0-16,-6 0 32,-6 0-32,-5 0 16,3 0 40,1 0 80,-13 0-88,13 0 8,-16 0-8,3 0-104,13 0 104,-16 0-8,-4-4 72,0 4 16,0 0-16,4 0 40,1 0-72,-5 0 24,0 0 112,0 0-80,-2 0-40,-1 0-40,-1-4-80,-2 4 24,0-4 56,0 4-16,-3-5-32,-9 5 16,12-4 0,-11 0 0,11 4 64,-13-4-80,1 0 32,1 4 16,1-4-40,-1 4 32,-3-4 0,-5 4 64,0-4-48,-2 4 24,0 0-32,-4 0-88,-2 0 112,0 0-16,2 0 8,0 0 0,-4 0-64,-2 0 32,0 0 32,2 0 0,-2 2 16,-2 0-32,-3 0-24,-1 0 32,2 2-8,1-2 16,-3 2-16,0 0-16,-1 0 56,1 3-8,0-3-40,-3 0 112,5 0-64,-2 2-16,-1-2 16,3-2-104,2 2 16,-3-1 48,3-1 16,2 0 32,2 0-72,4 0-24,0 0 24,6 0-8,7 0-8,-1 0 0,0 0-16,11-2-8,-10 0 64,11 0-56,1 2-8,0-2-40,0 2 40,4 0 16,2 0-16,0-2-24,0 2 24,6 1 0,0-1 24,13 0 0,-15 0-64,14 0 40,-1 0 96,2 2-88,3-2 0,5 0 8,2 0-120,4 0 120,4 0-8,7 0-16,1 0-24,2 0-8,1-2 48,2 0-40,1 0 112,-1 3-120,1-3-16,1 0 40,-1 0-80,3 0 64,-4 0 24,-1 0-32,1 0 24,-1 0 72,-1-5-64,-3 5 8,-1-4-32,1 0 48,0 4-32,-1-4 8,-5 0-8,-2 4-24,2-4 48,-3 4 40,-6 0-48,-3-4 8,0 4 24,0 0-32,-4-4 72,-7 4-72,-10 0 32,13 0 16,-13 0 16,15 0 0,-21 0-72,4 0 104,0 0-48,0 0 0,0 0 32,0 0-96,-4 0 64,0 0 72,0 0 40,0 0-64,-2 0-32,-2 0-32,2 0-24,0 0 40,0 0-8,-4 0-32,-2 0-8,1 0 16,1-5 32,-2 5-8,-11 0 16,11 0 16,-12-4-8,13 4 16,-13 0-56,1-4 0,-2 4 32,3 0 0,-1-4-24,-3 4 32,-1 0-32,-4 0 48,2-4 32,0 4-56,-1 0 32,-7 0-80,-2 0 24,2 0 8,-3 0-40,-1 0 16,-2 0-8,0-4 24,0 4 48,-3 0-32,-1-4 16,-3 4-8,1-5-8,2 1 40,-3 0-16,-1 0-16,-3 0 8,1 0 8,1-2 24,-1-1-24,-1 1 0,-1 0 0,1-10 32,0 11 56,1-1-72,-3-10-16,-18 10-40,-6-15-64,6 17 32,8-13 24,8 13-56,2 0 96,3-2-32,1 0-8,7-1-8,0 1-72,-1 0 72,3 2 8,2 0 8,4 0 0,0-3 8,0 1-64,4 2 56,0 0-64,0 0-16,4 0 48,1 4-48,-3 0 64,2 0-32,-2 0-16,2 0 40,7 0 16,-3 0 56,5 0-80,9 0-48,-11 0 48,12 0-56,-13 0 72,13 0-16,-2 0-32,1 0 32,1 0 8,2 0 40,0 0-120,0 0 56,2 0 16,0 0 0,2-4 104,0 4-184,0 0-32,0 0 16,0 0-24,4 0 112,2 0 24,11 0-40,-13 0 120,16 0-104,-13 0 16,15 0 40,-1-5-64,0 5 40,3 0 8,7 0 0,-2-4-48,4 0 32,2 0 40,0 4-40,3-4 40,1 4 16,-6-4-64,4 4 72,0-4-16,0 4-40,3 0 64,-1 0-48,-4 0 0,4 0 32,-2-4-64,-4 4 0,2 0 32,-2-5 24,-2 5 48,2-4 0,0 4-64,-4-4-32,0 4-16,-6-4-24,-4 4 8,1 0-8,-1-4 48,-13 4 24,13-4 24,-15 4-24,0-4-8,0 4 32,-4-4 48,0-1 48,4 1-56,-4 0 8,0 0-32,-2 4 0,-4-4 24,0 0-72,-1 0-8,-1-3 16,-10 3 8,9-2 8,-13 2 0,3-2-88,-6 2 40,1 0 24,-3-1-8,-2 5-32,0-4-32,-6 4 32,-2-4-40,2 4 80,1-4-40,-1 4-8,0 0 64,-4 0-32,-2 0 16,2 0-32,-5 0-64,3 2 64,0 0 8,-1 2-16,1 0 0,0 1-32,-1 1 8,1-2 24,0 2 32,0-2-16,1 0 48,1 0-80,2-2 16,4 1 0,2-1-104,2 0 120,6 0-24,-1 2 16,5-2 8,13 0-32,-17 0-8,15 0 64,-13 0-8,13 0-32,-9 0 0,15-2-40,-2 2 56,0 0-32,2-2 8,2 3-48,0-3 8,0 2 8,0 0-8,6 0 40,0 0 16,1 2 16,13 0 24,-14 0-40,19 0-32,-6-2 48,-1 0-24,7 0 80,4 1-40,0-1 24,6 0-8,2 0 0,0 0 8,3 0-40,1-2-24,0 0 8,0 0 56,1 0-64,-3 0 56,2 0-24,-1 0-48,-1-4 112,4 4-48,-4-4 0,3 4 8,-1-5 8,-4 1-8,4 0 0,-1-2 0,-1 2-32,-2 0 0,-2 0 40,0 0 8,0-3 16,-2 1-8,-6 2-40,0 0-16,-6 0-32,-1 4 16,-3-4-40,-13-1 32,14 1 24,-11 0 32,-1 4 8,0-4 24,11 0 24,-17 4 8,0-4 112,0 0-112,0 4 8,0-4 16,-2 4-88,-1 0 80,-1 0-64,-2-5-32,-10 5 0,11-4 16,-11 4 16,10 0-16,-15 0-8,5 0-16,-3 0-8,-2 0-16,-1 0-8,-5 0-56,0 0 72,-2 2 24,-2 0-24,2 1 16,-4-3-48,0 2 48,0 0 0,-2 0 32,0 0-32,0 2-16,0 0 8,-2 0-16,1 0-16,-1 0 16,0 1-40,-2 1 32,0 0 32,2-2-72,-1 2 104,1 0-72,0 1 24,-2-1 8,4 0-72,0 0 16,0 0 8,2 1 120,-1-1-136,4 0 40,1 2-32,0 1-80,2-1 144,8-2 8,-1 2-16,3 0-8,11 1-24,-11-3-48,13 0 72,0 0-32,-2 1 48,0-1 0,0-2-32,1 0 40,3 0-48,2 0-8,0 0 16,5 0 0,-1 1 8,0-3 0,2 2 0,0 0 24,0 0 32,1-2 0,9 0 16,-10 0-24,11 0 48,-11 0 8,19 0-48,0 1 24,-5-1-16,1 0 16,-1-2 40,1 2-96,2-2 32,2 2-40,1-2 40,7 0 32,3 0-96,1 0 112,-2 0-128,2 0 80,15 0 56,-11 0-88,-6 0 56,-4 0-32,2 0 64,-4 0-40,0 0-24,-2 0-24,-1 0-64,3 0 64,0 0 72,-2 0-48,-4 0 0,-3 0-24,1 0-16,2 0 64,-5 0-64,-11 0 0,13 0 16,-16 2-32,13-2 64,-13 0-8,0 2 0,0 0 32,0-2 48,1 0 32,-5 2 0,0-2-16,0 0-32,0 0 0,-3 0-32,-3 0-64,0 0 8,-2 0-8,-9 0 48,11 0-8,-15 0-72,5 0 24,-3 0-56,-1 0 24,-1 0 56,-2 0-64,-1 0 8,-3 0 72,2 0-24,-4 0-8,0 0 0,0 0-48,0 0 80,0 2-24,-2-2-32,1 2 0,-1 0-24,-2 0 24,-1 0 56,1 0-24,0 0-8,0 1 56,2-1-72,-2 0-32,2-2-16,3 0-16,-1 2 24,2-2 80,0 2 8,2 0-8,2 0 16,1-2-56,3 2 32,1-2-8,9 0-8,-9 0 88,12 0-56,-11 0-8,13 0 0,-2 0-48,2 0-8,2 0 64,2 0-16,0 0-24,0 2-16,4-2 40,0 2 72,2-2-16,10 2-8,-11-2 0,13 2 0,-12 0 8,15-2 16,-2 0-32,-1 0-8,3 0 0,2 0-16,1 2 40,3 0-56,2 1 72,4-1-48,-2 0-16,0 0-16,2 2-48,0-2 64,2 2-8,0 0 80,0-2-24,0 2-32,1-2 0,-1 3-16,0-1-8,0-2 16,2 0-24,-2 2-16,0 0 32,0-2-24,0 0 8,1 0 0,-1 0-32,0 2 48,0-1-32,0-1-32,0 0 40,0 0 24,0 0 40,0 0-56,5 0-56,-3 0-24,-2-2 8,2 2 56,2-2 0,-2 2-16,-2-2-8,1 0-8,-1 0 32,2 0-48,0 0 32,-2 0 0,2 0-8,0 0 32,1 0-40,-1 0-32,-2 0 32,0-4 8,0 4 16,-2-4-16,0 0-16,-4 4 16,0-4 24,2 4-8,-2-5 0,-5 5 8,1 0-24,0 0 48,2-4 16,0 4-24,-5 0-56,-1-4 24,2 4-8,2-4 8,-3 4 96,-1-4-104,0 4 32,-1-4-16,1 4-48,2-4 56,-5 4 32,1-4-24,1 4 16,1 0-56,0 0-48,-3 0 64,1-5-32,1 5 80,3 0-32,0-4-24,-3 4 40,1 0 0,0-4 16,1 4 8,-1-4-56,0 4-16,-1-4 48,1 4-32,0-4 32,-3 4 8,-1-4-16,-1 4 24,1-4 16,-1 4-32,-12-5-16,15 5-8,-15 0-8,13 0 48,-11 0-8,0-4-8,0 4 0,0 0 32,11 0-32,-13-4 16,0 4 0,-4-4-64,6 4 80,1 0-56,-1 0 8,-2 0 8,0 0-24,2 0 56,11 0 0,-17 0 16,4 0-56,2 0 8,0 0 32,11 0-64,-13 0 48,0 0 0,0 0-24,2 0 96,11 0-48,-13 0-24,0 0 8,0 0-48,3 0 64,-1 0-32,0 0 0,-2 0 16,2 0-8,0 0 32,11 0 8,-17 0-40,4 0 16,2 0 0,0 0 0,1 0 8,-1-4 8,0 4-72,0 0 72,0 0-16,11 0-56,-17 0 64,6-4-48,0 4 40,1 0-16,-1 0-24,0 0-24,0 0 0,0 0 56,13 0 32,-15 0-40,2 0-24,0 0 0,11 0 16,-13 0 16,13 0-8,-13 0 8,2 0-8,0 0 16,15 0 16,-17 0-32,0 0-48,2 0 40,0 0 16,11 2-48,-13-2 0,2 2 0,0 0-24,13-2 56,-13 0 0,13 2-16,-13-2 0,0 0 40,13 0 16,-15 2-24,2-2 0,11 0-48,-13 0 8,2 2 8,10-2 8,-11 0 16,-1 0-32,2 0 32,0 0-56,11 0 16,-11 0 24,-2 0 48,2 0-8,0 0-24,11 0-8,-13 0 0,2 0 0,0 0-8,0 0 56,11 0-80,-13 0 8,2 0-8,1 0-32,-1 0 80,10 0 40,-16 0-88,6 0 56,1 0-8,-1-4-56,10 4 80,-16-4-24,7 4-32,9 0 8,-12 0 56,0 0-72,2-4 0,1 4 56,-1 0-88,0 0 16,0 0 40,0 0 24,1 0-8,-1-4-48,0 4 24,0 0-88,0 0 120,1 0 40,-1 0-72,0 0 8,-2 0-24,0 0 0,0 0 16,-4 0 24,5 0-8,-5 0 0,0 0 48,4 0-56,-4 0-32,0 0 0,0 0-24,4 0 24,-4 0 40,0 0-16,0 0-8,0 0 32,0 0 16,4 0-16,-4 0-32,0 0-32,4 0 40,-4 0 64,0 0-80,0 0 32,4 0-40,-4 0 48,0 0 8,4 0-32,-4 0 0,4 0 8,-4 0-8,0 0-8,0 0 24,5 0 8,-5 0-8,4 0-40,-4 0-8,0 0 16,4 0 56,0 0-8,-4 2-16,4-2 0,-4 0-32,4 0 24,-4 0-8,4 0-16,-4 0 8,4 2 32,1-2 0,-1 0-24,0 0 24,0 0-56,0 0 8,0 0 32,0 0-48,0 0 8,1 0 24,1 2 16,-2-2 32,0 0 16,0 0-64,2 0 16,-1 0 16,1 0 0,-2 2 0,0-2-40,0 0-8,0 0 40,0 0-8,0 0 0,-4 0 8,5 0-8,-1 0 8,-4 0 24,4 0-24,-4 0-48,0 0 48,4 0 8,0 0 0,-4 0-8,4-4-16,-4 4 32,4 0-32,-4 0 16,5 0-16,-5-4-32,0 4 24,4 0 96,-4 0-96,4 0 8,-4-5 0,0 5-72,4 0 120,0-4-72,-4 4 80,0 0-64,4 0 0,0 0 32,-4-4-48,4 4 0,-4 0 72,5 0-16,-1-4-48,-4 4 40,4 0-40,0 0-8,0-4 40,-4 4-56,4 0 8,0 0 48,-4-4 16,4 4 56,-4-4-88,5 4-32,-1 0-8,0 0 24,-4-4 32,4 4 40,0 0-88,-4-5 16,4 5 56,0 0-48,-4-4 32,4 4 16,-4 0-48,0 0 32,5-4 48,-1 4-48,-4 0-24,0 0 0,4-4-32,-4 4 16,0 0 8,0 0-8,0 0 56,0 0-16,0 0 0,0 0-8,0-4 32,0 4-80,0 0 56,0 0 16,0 0-128,0 0 176,0 0-72,0 0 56,-2-4-136,2 4 64,-2 0 48,2 0-48,0 0 16,0-4-16,0 4-24,0 0 48,0 0 24,0-4-24,0 4-24,0 0 0,0 0-16,0 0 40,0-5-24,0 5-16,-2 0 16,2 0 0,0-4 16,0 4 48,-2 0-64,2 0 40,0-4-24,0 4 0,0 0 56,0 0-56,0-4 24,0 4-8,0 0-8,0-4-16,0 4 24,-2 0 16,2 0-32,0-4 56,0 4-88,0-4-48,0 4 80,0 0-32,0-4 48,0 4 16,0-5-64,0 5 16,0-4 24,0 4-8,0-4-16,0 4 48,0-4-40,0 0 0,0 4-24,0-4-56,0 0 32,0-1 16,0 1 56,0 4-40,0-4 64,0 0-56,0 0 40,0 0 40,0 0-56,0 0 48,0 4 16,-3-5-48,3 1-8,-2 0 48,0 0-104,0 0 88,0 0-24,0 0-80,0 0 48,0-1 56,0 1-72,0 4 40,0-4 8,0 0-136,-2 4 104,0-4-8,-1 0 64,1 0-24,0 4-40,-2-4 0,0 4-24,0-5 72,-1 5-8,1-4 8,0 0-8,-2 4 0,-1-4 16,1 4-8,-8-4-56,9 0 48,-1 4 48,-8-4-56,10-1 32,-3 5-56,-9-4-8,11 4 32,-1-4-8,-10 4-32,11-4-16,-11 4 56,12-4-8,-13 4 32,1-4-8,-5 0-8,-2 4-32,0 0 56,9 0-72,7-4-8,-15 4 0,5 0-72,3 0 104,-1 0-56,9 2 16,-13 0 80,13 0-48,-13 0 16,15 0 8,-12 0-112,9 0 64,-11 0 152,11-2-72,-7 2 0,10 0-56,-13 0-112,11-2 96,-15 2 0,17 0 16,-13-2 32,11 0-32,-13 2 40,15 1 48,-12-1-104,11 0 8,-11 0 8,12 0-8,-3 0 56,3 0-40,-2 0-24,0-2-24,2 2 16,-1 0 32,1 0 8,2 0-40,0-2 64,0 2-40,0 0 0,2-2 0,-1 2-32,-1-2 0,0 3 32,2-1 24,2 0-88,0-2 8,0 2 24,0 0 0,0 0 32,4-2 80,0 0-128,-4 2 24,5 0 16,1 0-64,0 0 80,0 0-24,-2 0 56,2 0-16,11 0-32,-11-2-24,13 0-16,-15 0 96,14 0-32,-1 0 8,-1 0-56,1 0-40,-11 0 72,19 0-32,-2 0 16,-1 0-48,-3 0 16,0 0 56,-3 0 56,-10 0-64,23 0 96,-12 0-104,-1 0-40,-10 0 112,17 0-144,-17 0 24,13 0 48,-13 0 40,17 0-72,-17 0 48,19 0-56,-9 0-56,1 0 120,-11 0 56,17 0-80,-17 0 8,17 0-24,-17 0-32,16 0 88,-15 0 0,11 0-56,-14 0-8,15 0 16,-13 0-24,0 0 72,11 0-16,-17 0 56,4 0 16,0 0-64,0 0 8,-4 0-64,0 0 16,0 0 48,0 0-16,0-4 0,0 4-8,0 0 8,-2-4 0,0 4 0,-2-4-40,0 4 24,-2-4 32,2 4 8,-3-4 8,1 0 48,0-1-96,-2 5 48,-9-4 64,11 0-128,-2 0 88,-9 0-64,11 0 16,-10 0 32,9 0-48,-13-1 48,-1-1-80,-4 0 40,3 0 16,1 0 24,0-1-80,1 1 8,1 2 8,3 0 56,9 0-24,-13 0-40,3 0-8,1-1-64,-1 1 120,9 0-40,-13 0 32,13 4 0,-13-4 0,15 4 32,-10-4-72,9 4-64,-13-4 80,14 4 8,-3-4 24,1 4 24,0-5-88,0 5 72,-1-4 32,5 4-72,0-4 0,-2 4-24,-2-4-16,1 4 72,3 0 48,2 0-128,-4 0 16,0 0-16,2 0-40,2 0 96,0 0-8,-1 0-40,1 0 8,0 0 0,2 0-40,-2 0 40,0 0 40,0 2-16,2 2 8,0 0-24,0 1-40,0-1 40,0 2 112,0-2-24,0 2-96,0 0-24,0 1-80,0-1 64,0 0 56,6 0 72,-2 0-72,1 1 0,-1-1 8,0-2-48,2 0 8,0 0 48,0 0 8,1 0 8,9 0 24,-10 1-56,1-1 32,9 0 32,-12 0-80,17 0 32,-15 0-24,17 0-56,-17 1 104,19-1 24,-5 0 0,1 0 16,-2-2-96,-3 2 8,3-2 56,-3 0-80,-10 0 120,17 0-64,-17 0-48,11 0 72,-13 1-96,12-1 16,-11-2 80,11 2-40,-12 0 8,15 0-16,-15-2-96,15 2 72,-15 0 8,14 0 104,-14 0-32,13 0 8,-13 0 56,2-2-16,11 0 40,-17 2 8,4-2-8,0 0-24,0 0 24,0 0-24,0 0-56,-4 0-64,0 0 104,0 0 48,0 0-72,0 0 72,-2 0-136,0-4 40,-2 4 16,-2-4-24,0 0-16,-3 0-104,-11 0 72,14-1 48,-13 5 8,3-4-56,-5 0 64,-2 0-64,0 0-16,1 4 88,1-4-104,0 4 72,3-4-32,-1 4 8,11-4-24,-15 4-112,7 0 80,-1 0-96,9 0-24,-8 0-56,9 0-152,-1 0-80,-8 0 72,11 2-104,-1 2-128,2 0-48,0 2-193,-2 0 17,2 0 80,2 3 144,-3 7 152,-1-10 152,0 13 72,2-2-112,-2-1-368,6-16 728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5:43.204"/>
    </inkml:context>
    <inkml:brush xml:id="br0">
      <inkml:brushProperty name="width" value="0.5" units="cm"/>
      <inkml:brushProperty name="height" value="0.5" units="cm"/>
      <inkml:brushProperty name="color" value="#FFFFFF"/>
    </inkml:brush>
  </inkml:definitions>
  <inkml:trace contextRef="#ctx0" brushRef="#br0">2759 288 112,'0'0'0,"-6"0"112,4 0 0,2 2 16,0-2-16,0 0-48,0 0 8,0 0 16,0 0-16,0 0 0,4 0 32,-4 0-72,4 0 16,-4 0 0,0 0-64,4 0 48,-4 0-8,4 0 8,-4 0 0,4 0-16,-4 0-8,4-4 8,-4 4 8,4-4 0,1 4-24,-1-5-8,-4 5 32,4 0-8,-4-4 48,0 4-56,0-4-16,0 0 24,0 4 0,4 0 8,-4 0-8,0 0-24,0 0 40,0 0 0,-2 0-16,2 0 0,0 0-56,0 0 48,0 0 0,0 0 0,0 0-24,-2 0 24,0 0 24,2 0 0,0 2-24,0 0-8,0 0 16,0 0-32,0-2 32,0 0 0,0 0-8,0 0 32,0 0-8,0 0-8,0 2-8,0-2 24,-2 0 16,2 2 0,0-2 40,0 3-64,0-1 16,0-2 8,0 0-24,0 0 24,0 0-16,-2 0 24,0 0 8,-1 0-8,1 2-16,0-2-16,-4 0 8,2 0 40,2 0-16,2 0-40,0 0 8,-2 0-40,-4 0 64,2 2 16,2-2 0,-1 0-8,-1 2-40,2-2 32,0 0-24,0 0 80,-2 0-72,-2 0 0,0 0 32,4 0-48,-1 0 48,-3 0-8,0 0 80,0 0-72,2 0 8,0 0-16,-1 0-80,-1 0 64,4-4 88,0 4-80,0-4 0,-2 4-24,-2-5-48,4 5 88,0-4-16,0 4-8,0-4-16,-3 4 0,1 0 0,2-4-8,0 4-16,0-4 16,0 4-8,0-4 8,2 4 1,-2 0-41,-2-4 24,0 4 32,2-5-16,2 1 8,0 4-16,-3-4-16,1 4 32,2-4 16,0 0-40,0 4 24,-2-4-16,2 4 40,0 0 0,-2-4 0,0 4-24,-2 0 24,2-4-48,2 4 24,0 0-16,0-5 8,-2 5 40,0 0-48,0-4 32,2 4-24,-2 0-16,0-4 24,2 4-40,-2-4 48,0 4 16,2 0 32,0-4-56,0 4-24,0 0-40,0 0 88,-2-4 24,2 4-32,-3-4-56,1 4 24,0 0-32,0 0 0,0 0 24,0 0-8,0 0 48,0-4 8,2 4-8,0-5-32,-2 5 64,0 0-40,0-4-8,2 4 0,0-4-88,-2 4 64,0 0 56,2 0 24,0-4-48,0 4 8,-2 0-16,0-4-16,-3 4 40,1 0 16,0-4-72,0 4 8,0 0 48,0-4-72,2 4 56,0 0-40,0-4 8,-3 4-16,1 0 56,2 0-56,0-5-16,0 5 88,-2 0-32,2 0 16,-2 0-40,0-4 0,-3 4-16,1 0 80,0 0 32,2 0-128,-2-4 0,0 4 8,4 0-16,-1 0 72,-1-4 8,-2 4-64,0 0 40,4 0 0,0 0-24,-2 0 24,0 0-72,-3 0 88,3 0-40,0-4 24,-2 4 0,2 0-16,-2 0 32,1 0-32,1 0 0,2-4-8,-4 4 8,0 0 32,0 0 88,0 0-144,-1 0-8,1 0 8,-2 0-56,2 0 88,-1 0-8,1 0 24,0 0-8,0 0-8,2 0 16,0 0-64,-3 2 0,3 0 152,0 0-96,0-2-8,2 0-8,-2 0-112,-2 2 112,-1-2 40,1 0-8,0 2-32,0-2-32,0 2 8,0 0 32,1 0-48,-1-2 16,0 0 16,2 0 0,-2 0 48,4 0-8,0 0-48,-3 2 8,3 0 24,-2 0-8,0 1-8,2-3-32,-4 0 16,0 0 64,-1 0-32,1 2-16,2-2-24,-2 0-40,0 2 80,0 0 56,1-2-88,-1 0 0,0 2 8,0-2 24,0 2 8,4-2-16,-1 0-8,-3 2-88,4 0 96,-2-2 0,0 0-32,0 0 48,-2 0-40,-1 0 40,3 0 8,-2 2-96,2-2 56,0 0 8,-2 2-8,0-2 120,-1 0-136,1 0 0,0 0 24,0 0-48,0 0 72,3 0 0,-1 0-56,-2 0 40,0 0 40,0 0-88,2 0 40,0 0-16,-3 2 16,1-2 48,0 0-32,0 0-32,0 0-16,1 2 24,1-2 16,2 0 0,-2 2-24,0-2-16,0 0 56,0 0-16,-3 2 56,5-2-56,-4 0-32,0 0 24,2 0-32,-2 0 0,0 0 88,1 0-64,-1 2-8,0 0 64,2-2-112,-2 0 80,0 0-32,-1 0 32,1 0 16,2 0-8,0 0 0,-2 0-16,-1 0 80,1 0-80,0 0-8,2 0-8,-2 0-8,0 0 40,1 0 0,-1 0-40,0 0-80,2 0 104,-2 0-24,0 0 8,-1 0 8,1 0-56,0 0 24,0 0 80,0 0-48,3 0 8,-1 0-16,-2 0-40,0 0 72,2 0-48,0 0 0,2 3 8,-2-3 16,-1 2 40,3-2 80,-2 0-152,0 0 16,0 0 16,0 0-72,-2 0 112,-1 0-32,1 0-88,-2 2 96,2-2 0,0 0-64,4 0 88,-3 0-48,-1 0 40,2 2 16,0-2-64,0 0-8,0 0-16,0 0 56,-3 0 72,5 0-80,0 0-32,-2 0-24,0 0-8,0 0 56,-2 0 8,2 0 0,-3 0-32,1 0 80,4 2-40,-2-2-24,0 0-48,0 0 48,-2 0 0,-1 2 32,1-2 0,0 0-72,0 2 48,0-2-16,-1 0 48,3 0-56,0 0 24,0 0-8,0 0 16,2 0-24,0 2 16,0-2-24,0 2 16,-3-2 32,1 0-72,0 0 48,0 0-24,0 2 64,0-2-48,0 0 16,0 0-88,-3 0-24,1 0 80,0 0 8,0 0 16,2 0 16,-3 0 8,1 0 0,2 0 48,0 0-40,0 0-40,2 0 16,-4 0 0,1 0 0,3 0 72,-4 0-112,4 0 56,-2 0 8,-2 0-80,4 0 72,-2 0 0,-3 0-48,1 0 40,0 0 0,0 0-112,2 0 48,2 0 56,0 0-8,0 0 8,-3 0 8,1 0-64,-2 0 40,0 0 104,4 0-80,-2 0-24,-2 0 8,1 0-72,1 0 88,-2 0-8,2 0 16,0 0-32,-2 0 24,1 0 24,3 0-56,-2 0 32,2 0 16,-2 0 8,0 0 16,2 0-32,-4 0-96,2 0 64,-1 0 56,-1 0-48,2 0 32,0 0-72,-2-4-32,4 4 112,-2 0-48,-1 0 8,1 0 24,-2 0-8,0 0 56,2 0-48,-2 0 0,2 0-56,-1-4 40,-1 4 16,4 0-16,-2 0-8,0 0-16,0 0 57,2 0-17,-2 0 8,1 0-56,1 0 0,-4 0-16,2 0 80,0 0-40,0 0-32,2 0 56,0 0-72,-2 0 64,2 0 80,-1 0-144,-1-4 40,0 4 64,-2 0-136,2 0 120,2 0-56,-2 0-24,2 0 96,0-4-40,-3 4 32,3 0-56,0 0-24,-2 0 40,2 0 8,-2 0 40,2 0-56,0 0 24,-4 0 8,2 0 0,1-5 8,-1 5-40,0 0-8,2 0-32,-2 0 48,2-4 0,0 4-48,-2 0 88,2 0-40,0 0 8,0 0-32,-1 0-80,1 0 40,-2 0 32,0 0 40,0 0-40,0 0-16,0 0 40,0 0 24,0 0 8,1 0-8,1 0-32,0 0-8,0 0 24,-2 0-8,0 0 40,0 0-40,-2 0-56,-1 0 32,3 0-32,-2 0-32,2 0 80,0 0 24,0 2-56,2-2 48,-2 2-16,-1 1-40,-1-3 48,0 0 144,0 0-112,2 0-48,0 2 40,-1-2-152,3 0 112,-2 0 32,2 0-32,0 0-24,-4 0 16,2 0 16,-2 0-56,-1 0 160,3 0-128,-2 2 32,0 0 32,0 0-40,0-2-8,1 0-32,3 0 40,-2 0-136,0 0 152,0 0 0,0 2 0,-2-2 48,2 2-64,-3 0-16,3-2 0,0 0 32,0 0 0,2 2 32,-4-2-72,-1 2 8,1 0 16,0-2 32,2 2-24,2-2-24,-2 2-8,0 0 80,0 0-64,-3 1 48,3-1-32,2 0-128,-2 0 120,0 0 8,2 0 8,-4 0-40,4-2 24,-3 0 0,1 2 48,0 0-16,2 0-48,-2 0-8,-2-2-32,2 2 80,-3-2-16,3 2-48,0 0 24,0 0 16,2 0 0,0 1 80,-2-1-152,2 0 40,-2 0 16,2 0 16,-1 0 32,-1 0-72,0 0 32,0 0-64,2-2 64,0 2 80,0-2-56,0 2-24,0-2 24,-2 2-72,-3 0 40,3-2 8,-2 2 16,2 0 0,2 1 0,0-3-40,0 0 0,2 2 56,-2 0 0,0 0 8,0 0-48,-3 0-72,3 0 80,-2 0 16,0 0-24,0 0 56,0 0-96,0-2 40,2 2 48,-2 0-64,2 0 40,-1 0-24,-1 0 8,2 1 32,0-3-24,-2 2-32,2 0 48,0 0 64,-2 0-32,2 0-40,0 0-40,0 0-8,0 0 40,-1 0 32,1 0-24,-2 0-56,-2 0 24,2 0 24,0 0 40,2 1-96,0-1 0,0 0 24,-2 0-57,-1 0 89,1 0 17,0 0-34,2 0-7,-2 0 48,0 0-40,2 0-8,0 0-24,-2 0 48,1 2 48,1 1-24,0-3 57,0 0-105,0 0 32,0 0 64,0 0-48,0 2 16,0-2-48,0 2-8,0-2 8,-2 0 16,2 0-32,0 0 16,0 1 40,2-1-8,-3 0-48,3 2 0,-2-2-40,0 0 128,0 0-72,-2 0-32,0 2 24,2-2-89,0 2 121,0 0 105,2-1-89,0-1-48,0 2 24,0-2-88,-2 0 80,2 2-16,-2-2-33,0 0 41,0 0 41,-1 2-9,1-2 0,0 0-56,2 1 16,0-1-25,0 2 90,0-2-33,0 0-40,0 0 96,0 2-88,-2-2 32,0 0-24,2 0-40,0 0 56,0 0-8,0 0 16,0 0-24,-2 1 0,0-1 32,0 0 8,2 2 64,-2 0-136,2-2-16,-2 0 32,0 2-32,2 0 96,0-2-40,0 3 88,0-3-80,-2 2-16,2 0 40,0-2-152,0 0 112,0 2 96,-2 0-88,0-2-8,0 2-32,2-2-65,0 3 138,0-1-17,-2 0-8,-1 0-24,1-2 8,0 0 96,0 0-56,2 0-40,0 0-24,0 2-16,0-1 72,0-1 32,0 0-24,0 0-40,0 0 56,0 0-8,0 0-16,0 0-32,0 0-64,0 0 56,0 0 8,0 0 24,0-2-8,0 2-32,0-2 40,0 2 16,-2 0-40,2-2 0,0 2 8,0 1-16,0-1 80,0 0-72,0 0 48,0 0 48,0 0-120,0 0 16,0-2-8,0 0 48,0 2-16,0-2 24,0 0-40,0 2-16,0-2 96,0 2-48,0 0 32,0 0-80,0 0-48,4 0 56,-4 0 16,0 1-8,4-1 16,-4 0-32,5 0 24,-5 0 56,4 0-48,-4 0-8,4 0 16,-4 0-8,0 0 8,4 0 8,-4 0-96,4 0 56,-4 2 8,4-2 24,-4 1 24,0-1-48,0 0 40,4 0-40,-4 0 40,4 2-32,1-2 0,-5 0 24,4 0 8,0 0 0,0 0-56,-4 0 0,4 0 40,0 0 40,-4 1-16,4 1-16,1-2-80,-5 0 24,4 0 48,0 0-32,0 0 24,0 0-16,-4 0-8,4 0 72,0 0-64,0 0 0,1 0-8,-1 0 32,0 3 64,0-3-32,0 0-24,0 0-48,2 2 32,1-2-8,-1 0 24,0 0-32,0 0-32,-2 0 64,2 0-8,1 0 8,-1 0-48,0 0 48,0 1-16,0-3 32,1 2 24,-1-2-88,0 2 56,0-2 8,0 2-32,1-2-24,-1 0-32,0 2 16,0 0 144,0-2-56,1 0-16,-1 0 0,0 2-112,0-2 104,0 2-24,1-2-32,-3 0 24,0 2-24,0-2 32,0 2 40,0 0-64,0 0 24,0 0 0,1 0 8,-1-2-32,0 2-32,0 0 104,0 1 8,0-3-32,0 2-72,-4-2 24,4 2 40,1-2 72,1 0-96,-2 0-8,0 2 40,0 0-40,0-2 40,0 0-40,1 0-8,-1 0 40,0 0-40,0 2 24,0-2-24,0 0 96,0 0-88,0 0 0,-4 2-8,5-2-88,-1 0 112,0 2 8,-4 0-8,4-2-8,0 2-32,2-2 24,1 2 24,-3 0-16,0-2 40,0 0-80,0 2 40,0-2 24,0 0-40,0 2 40,1-2-24,-1 0-8,-4 0 24,4 0 16,2 0-24,-2 0 64,0 2-16,0 1-40,1-3-32,-1 0-56,0 2 32,0-2 56,2 2 56,-2 0-56,2-2-48,1 0 0,-3 2-8,2 0 96,-2-2-56,2 2 32,-2-2-24,3 0-24,-1 2 80,0-2-80,0 2 16,0-2-40,1 2 40,-3-2 24,2 2 0,-2-2-24,0 0 0,0 2 8,0-2 16,1 2-24,-1-2 32,0 2-64,0-2 80,0 2 24,-4-2-136,4 0 88,-4 0-56,4 0 16,0 2 88,-4-2-24,5 0-80,-5 3 24,4-3-16,-4 0 56,0 0 32,4 0-56,-4 0 32,0 0-32,4 0-80,-4 2 64,4-2-16,-4 0 56,0 0-40,0 0 0,0 2 24,0-2 24,0 0 0,0 0-32,0 0-24,0 2 8,0-2 16,0 0-64,0 0 112,0 0-64,-2 2-40,0-2 112,2 0-112,-2 2 16,0-2 80,0 2-48,0-2 0,0 0 0,0 0-48,-1 0 16,-1 0 56,0 0 8,0 2-16,0-2-24,0 0-8,0 0 16,0 0 16,-1 0 0,1 0-40,0 0 24,-2 2 0,2-2 8,0 0-56,-2 0 8,1 0 48,1 2 0,0 0 16,0-2-16,2 0-64,-2 0 16,-2 2 72,2-2-24,-3 0 16,1 0-16,0 2-32,0-2 32,0 2-40,-1-2-32,1 0 32,-2 2 24,0 1 32,-1-3 40,3 0-64,-2 2 0,2-2 24,-3 2-24,1-2 32,0 0 16,0 0-104,-1 0 56,1 0 24,0 0-80,-9 0 72,11 0-16,-2 0-32,0 0 16,-1 0 8,1 0-48,0 0 64,0 0-16,-1 0 48,1 0-40,2 0-40,0 0 32,0 0-8,-3 0 16,3 0-64,0 0 40,0 0-32,0 0 64,-1 0 64,1 0-96,0 0 32,0 0 56,2 0-72,-3 0 48,3 0-56,0 0-88,0 0 104,2 0 48,-2 0-40,0 0 24,2 0-80,0 0-48,0 0 128,-3 0-32,1 0-16,2 0 40,0 0-56,0 0 24,0 0 32,0 0-88,-2 0 8,2 0 48,0 0 16,-2 0 24,2 0-40,-3 0 56,1 0-56,2 0 40,-2 0-16,0 0-80,2 0 40,0 0 32,0 0 80,0 0-96,0 0-8,0 0 0,-1 0-48,1 0 88,0 0-40,2 0-32,-2 0 40,0 0 16,2 0 32,0 0-16,-2 0-48,2 0 8,0 0 32,0 0-64,0 0 32,0 0-16,-2 2 24,2-2 64,0 0-96,0 2 0,0-2 32,0 0 24,0 2 8,0-2-48,0 2-32,4 0 24,0 0 8,-4 0 16,4-2 72,3 2-96,-3 0 32,2 0 88,-2 0-168,2 0 80,1-2-16,-1 2-48,0 1 104,0-1-64,0 0 24,11-2-8,-13 2 16,2 0 64,11-2-40,-13 2-24,2-2 8,0 2-8,13-2 72,-15 2-56,12-2-40,-11 0 32,1 0-88,0 2 112,10-2-24,-11 0 8,-1 0 0,2 0-8,0 0 32,11 0-104,-13 0 32,0 0 8,2 2 32,11-2-16,-13 0 0,0 0-8,2 0-24,0 0 88,0 0-40,1 0 0,-1 0 8,0-4-16,-2 4 24,0 0 24,0-4-104,-4 4 24,4 0 32,1-4-48,-5 4 72,4 0-40,-4 0 0,4 0 0,-4 0 80,4 0-56,-4 0-40,4 0 8,-4 0-8,0 0 72,4 0-32,-4-4-8,4 4 8,-4 0 64,0 0-32,0 0-112,5 0 56,-5 0-8,4 0 16,-4 0 40,0 0-72,0 0 24,4 0 8,-4-5 32,4 5-40,0 0 112,-4 0-80,4 0-16,-4 0 16,4 0-160,0 0 88,1-4 24,-1 4 72,0 0-56,0 0 32,0 0-72,2 0 48,0 0 64,1 0-40,-3 0 24,2 0-96,0 0 16,0 0 24,1 0-8,9 0 8,-12 0 56,2 0-32,1 0 16,9 0 16,-12 0-72,2 0 8,11 0 48,-13 0-16,2 0-16,0 0-40,11 0 0,-13 0 56,0 0 64,2 0 0,11 0-56,-13 0-32,2 0-56,0 0 48,11 0 0,-17 0 40,6 0-40,0 0 16,1 0 0,-1 0-32,0 0 56,0 0 8,0 0 8,1 0 8,-1 0-40,0 0-48,0 0 24,0 0 0,0 0 24,1 0-24,-3 0 16,0 0 0,2 0 24,0 0 16,1 0-80,-3 0 32,0 0 0,0 0 56,2 0 16,0 0-24,0 0-88,-1 0 16,1 0 88,0 0-64,-2 0 48,2 0-48,-2 0-56,1 0 96,-1 0-32,0 0-8,0 0 16,0 0-32,0 0 64,0 0 0,0 0-72,-4 0 16,5 0 24,-1 0 8,0 0 24,0 0-24,0 0-72,2 0 40,1 0 32,-1 0-8,0 0 8,-2 0-40,0 0 8,2 0 8,-2 0 0,1 0 0,-1 0-16,0 0 8,2 0 24,0 0-8,0-4-16,-1 4 16,1 0 0,0 0 72,0 0-32,0 0-40,1 0 8,-1 0-8,0 0 72,10 0-40,-9 0-24,-1 0-24,0 0 64,0 0-48,0-4-64,1 4 32,-1 0-8,0 0 32,0-4 16,0 4-24,1 0 64,-3-4 24,0 4-56,0-4-16,0 4-48,0 0 48,0 0 64,3 0-40,-1 0-64,-2 0-8,2 0 0,0 0 40,0 0 0,-1 0 48,1 0-72,-2 0 56,2 0 32,0 0-112,-2 0 56,1 0-56,-1 0 24,2 0 80,0 0-56,0 0 0,-2 0 16,3 0-40,-3 0 80,2 0-56,0 0 0,0 0 0,0 0 0,1 0 32,-1 0-56,0-4 16,0 4-8,-2 0 56,3 0 0,-1 0-40,0 0 24,0 0-32,-2 0 40,2 0-8,-1 0-56,-1 0 48,2 0 24,0 0-24,0 0 40,1 0-96,-1 0-48,0 0 96,0 0 8,13 0 0,-13 0-32,0 0-24,11 0 80,-13 0 16,2 0-64,0 0 8,0 0-32,0 0 0,1 0 48,-1 0-64,0 0 16,0 0 32,0 0 8,11 0 8,-13 0 8,2 0-16,0 0 0,11 0 8,-13 0-48,2 0 0,11 0 32,-13 0 32,2 0 112,11 0-144,-13 0-8,2 0 8,0 0-80,11 0 112,-13 0 16,2 0-72,11 0 8,-13 0 48,2 0-88,10 0 40,-12 0 8,3 0-56,-1 0 80,10 0 0,-11 0-24,-1 0 0,2 0 64,0 0-40,11 0 24,-13 0-16,0 0-72,2 0 64,0 0-40,0 0 0,1 0 16,-1 2-32,0-2 80,11 2 24,-17-2-64,6 0 0,0 2-32,0 0 8,0-2 64,0 0-32,1 0-24,-1 0 8,0 0-8,0 0 48,0 0-8,1 0-48,-1 0 48,0 0-56,11 0 40,-17 0 16,6 0-56,0 0 56,0 0-16,0 0-8,11 0 16,-17 2 0,6-2-32,0 0 168,0 0-128,11 0-40,-17 0 8,6 0-96,0 0 112,11 0 16,-13 0-16,0 0-56,2 0 56,0 2-40,13-2 40,-15 0 24,0 0-40,2 0 8,1 0-32,-1 0 88,0 0-120,-2 0 48,0 0 48,3 2-96,-1-2 80,-2 0 16,0 2-64,0-2 16,0 0 64,2 0-48,-1 0 0,-1 0-24,0 0 16,2 0 16,0 0-8,0 0-56,1 0 64,-1 0 32,0 0 0,10 0 8,-16 0-96,5 0 8,1 0 40,0 0 16,0 0 72,-2 0-112,0 0 16,1 0 32,1 0 48,0 0-24,0 0-56,-2 0 0,2 0-16,1 0 40,-1 0 104,0 0-72,0 0-72,0 0 56,1 0-40,-1 0 0,0 0-24,-2 0 48,2 0 32,1 0-64,-1 0-16,0 0-24,-2 0-32,2 0 80,0 0 24,1 0-40,-3 0 16,0 0 32,2 0 0,0 0 32,0 0-120,1 0 40,-1 0 40,0 0-24,11 2 16,-17-2-24,4 0 8,0 0 32,2 0 40,0 0-48,0 0-24,1 2-24,-1-2 56,0 0 8,13 0-48,-15 2-16,2-2 16,0 0 16,13 2 0,-15-2 16,2 0-32,0 0 24,11 2 32,-13-2-24,2 0-32,0 0 16,0 0-24,1 0 72,-1 0 8,0 0-72,0 0 16,0 0 8,1 0-16,-1 0 8,0 0-8,0 0-56,-2 0 96,2 0 8,1 2-32,-1-2 16,0 0-72,-2 0 32,2 3 104,1-3-64,-1 0-32,-2 0 8,0 0-40,2 2 80,0-2 104,1 0-152,-3 2 32,0 0-40,2-2-56,0 2 96,0-2-72,-1 0 40,-1 2 32,2 0-32,0-2 32,0 0-24,0 2-16,-1-2 16,1 2 8,0 0 8,-2-2-16,0 0 64,0 0 40,1 0-120,1 0-24,-2 0 8,0 0-48,0 0 88,0 0 40,2 2-48,-1-2 16,-5 2-16,4 0 24,0-2-24,2 0-24,-2 0 56,-4 2-40,4-2 72,2 2-40,1-2-64,-1 0 24,-2 0 8,0 0 48,2 0 0,0 0-24,-1 0-24,-1 0 16,0 0 32,0 0-24,0 0-32,-4 0 0,4 0 16,0 3 40,3-3 16,-1 0-64,-2 0-8,0 2 32,0-2 8,2 0-32,-2 0-8,1 0 88,-1 0-64,2 0 40,0 0 16,-2 0-144,0 0 88,1 0 88,-1 0-64,2 0 0,-2 0-40,-4 0-8,6 0 0,0 0 40,1 0-32,-1 0-56,-2 0 96,2 0-8,0 0 64,0 0-80,-1 0-32,-1 0 32,0 0-32,0 0 8,2 0 16,-2 0-8,0 0-8,1 0 64,1 0-16,0 0-32,-2 0-8,-4 0 16,4 0-8,0 0-24,0 0 0,1 0 24,-1 0 56,2 0-72,-2 0-48,0 0 40,0 0 0,0 0 72,3 0-16,-1 0-48,0 0-8,-2 0 56,2 0 0,1 0-8,-1 0 16,-2 0-32,0 0-16,2 0 32,0 0-24,-2 0-40,1 0 48,-1 0 72,2 0-72,13 0-8,-19-5 8,6 5-56,0 0 80,0 0 32,13 0-64,-19 0-40,4 0 40,0 0 16,2 0 16,0 0-8,1 0 72,-1 0-128,-2 0 80,0 0-32,2 0-136,-2-4 144,0 4 8,1 0-32,-1 0 8,2 0-80,-2-4-40,0 4 128,2 0 0,1 0 8,-1 0-24,-2 0-32,0 0 8,0 0 56,0 0 40,0 0-96,0 0 16,1 0 40,-1 0-88,0 0 96,0 0-48,0 0 32,0 0 16,2 0-40,1 0-32,-1 0-64,0 0 48,0 0 0,13 0 64,-15 0-64,12 0-16,-16 0 88,7 0-16,-1 0 88,0 0-64,0 0-72,-2 0 24,0 0 96,1 0-72,1 0 0,-2 0-8,-4 0-120,4 0 160,0 0-8,0 0 56,0 0-8,1 0-96,-1 0 104,0-4-136,2 4 8,0 0 8,-2-4-80,0 4 120,1 0-64,-1 0 32,0 0 48,0 0-129,0 0 97,-4 0 48,4 0-112,2 0 88,-1 0-40,1 0-40,-2 0 40,0 0-16,-4 0 0,4 0 40,0 0 8,2 0 0,-1 0-40,-1 0 48,0 0-16,2 0 32,-2 0-24,0 0-8,0 0-24,3 0 32,-3 0 16,0 0-72,0 0 80,0 0-32,0 0 40,2 0-56,-1 0-40,-1 0 56,-4 0 48,0 0 8,4 0-24,0 0-96,-4 0-24,4 0 160,0 0-72,0 0 40,1 0-80,-1 0-88,0 0 160,0 0 64,0 0-64,0 0-32,0 0-24,0 0 40,3 0 16,-3 0-8,0 0-16,0 0-144,0 0 112,0 0 40,0 0-32,-4 0 88,0 0-48,5 0 24,-1 0 0,0 0-96,0 0 48,-4-4-24,4 4 104,0 0-40,0 0-56,-4-4 8,4 4-104,1 0 104,1 0 24,-2-4 24,0 4-40,0 0 8,0-5 88,0 5-96,3 0 32,-3 0-72,0-4-104,0 4 128,0 0 32,0 0 24,-4-4 56,4 4-88,0 0 0,1 0 24,-5-4-64,4 4 0,0 0 56,0 0 0,0 0-16,0 0 8,0-4 56,-4 4-96,5-4 32,-1 4 8,0 0-88,0 0 80,0-4 8,0 4 32,0 0-48,0-4 0,1 4 16,-1 0-24,0-5 8,0 5 40,0-4-32,-4 4-48,4 0 56,0-4-32,0 4 8,1-4 16,-1 4-16,2-4 32,-2 4-16,0-4 48,0 4-72,0-4 8,1 4 0,-1-5 16,0 5 24,0-4-48,0 4 32,0-4-32,0 4 32,0-4 24,1 4-40,-1-4 0,0 4 40,0-4-32,0 4-16,-4-4 8,4 4-32,0-4 64,0 4-8,1 0 72,-1-5-128,0 5 88,0-4-48,0 4-88,0-4 168,0 4-144,1-4 88,-1 4 24,0-4-96,0 4 32,-4-4 0,4 4 16,-4 0 72,4-4-72,0 4 16,-4-4-32,4 4-48,-4 0 120,5-5-40,-1 5-16,-4 0 16,4 0-24,0-4 0,0 4 40,-4-4-32,0 4 24,4 0-8,0-4 0,0 0-72,-4 4 32,0 0 48,5-4-8,-5 4-32,0-4 8,0 4-48,4-4 64,-4 4 40,0-5-24,4 5-48,-4-4 16,0 4 32,4-4-32,-4 0 64,0 4-88,0-4 8,4 4 24,-4-4-16,4 4 24,-4-4-16,4 4 0,-4-5 40,0 5-16,4-4-56,-4 0 24,0 4 40,0-4 24,0 0-72,0 4-24,0-4 40,5 4 80,-5-4-56,0 0 0,0-1-32,0 5-56,4-4 80,-4 0 0,4 4-32,-4-4 8,0 0 32,4 0-8,0 4 16,-4-4-8,4 0-56,-4 4 64,4-5-16,-4 1-32,5 4 32,-5-4-40,4 0 64,-4 4 16,0-4-56,0 0 8,0 4-40,4-4 24,-4 0 128,0 4-104,0-5-16,4 5 24,-4-4-88,0 0 96,4 4-24,-4-4-32,0 4 16,0-4 56,4 4-32,-4-4-24,0 4 32,0-4-48,0 4 64,0-5 88,0 5-112,0-4 40,0 4-112,0-4 72,0 4 40,0-4-64,0 4 88,0-4-96,0 0 24,4 4 32,-4-4-16,0 4-56,0-4 48,0 4-16,0-5 8,0 5 40,0-4-40,0 4 8,0-4 24,0 4-48,0-4-32,0 4 40,0 0 0,0-4 32,0 4 0,0-4-24,0 4-32,0 0 48,0-4-8,0 4-24,-2-4 16,0 4-56,2-5 56,0 5 40,0-4-64,-2 4 56,2-4-48,0 4-8,0 0 72,-2-4-144,2 4 48,-2-4 80,2 4 0,0-4 8,0 4-8,-2-4-40,0 0-40,0 4 120,0-5-88,0 5-24,0-4 40,0 4-8,2-4 40,-3 0-56,3 4-24,-2-4 8,2 4 24,0-4 32,0 4 16,0-4-56,0 4 0,0-5 16,0 5 16,0-4 16,0 4-32,0-4 24,0 4 16,0-4-16,-2 4-8,0 0-24,0-4-48,0 4 80,0 0 8,0-4-24,0 4-8,0 0-8,0-4 48,0 4-8,0-4-8,0 4-40,0-5-32,-1 5 72,1-4 8,0 4 80,0-4-104,0 4-16,0-4 56,0 4-104,0-4 80,0 0 32,0 0 8,-2 4-24,2-4 32,-2-1-80,-1 5-48,1-4 88,2 0-24,0 4 8,-2-4-24,0 0 0,0 4 40,2-4 152,0 0-111,-2 4-81,-1-4-1,1-1-103,2 5 152,-2-4 8,-2 0-16,2 0-16,-2 4 8,1-4 1,1 0-1,-2 0-32,0-1 96,0 1-48,0 0 0,-1 4-32,1-4-112,-2 0 96,2 0 80,0 0 8,-1 0-32,1-1 8,0 5-56,0-4 16,2 0 32,-1 0 0,-1 0-64,0 0 80,0 4 16,2-4-80,-2 0 8,-1-1 32,1 5-72,0-4 56,0 0 8,0 0-80,-1 0 72,1 4 48,0-4-16,0 0 24,0 0-80,-3 4-32,1-5 72,2 5-24,0-4 8,-3 0-24,1 4-48,2-4 64,-2 4 32,0-4-32,-1 4 24,1-4-64,0 4-16,-1 0 48,-7-4-32,10 4 96,-2-5 32,-9 5-48,13 0-16,-4-4-64,-9 4-24,9-4 32,-15 0 160,17 4-128,-11-4 0,1 0-8,-1 4-152,11-4 216,-10 4 112,7-4-192,-11 4 16,12-5-72,-13 5-64,13 0 136,-11-4 24,13 4-72,-11 0 16,11-4 16,-10 4 56,9-4-48,-1 4-24,-10-4 64,11 4 8,-1 0 8,-8 0-24,9-4-8,-9 4-56,10 0 80,-11 0 48,11 0-104,-11 0 0,11 0 8,-12 0-8,12 0 64,-11-4-80,9 4 24,-13 0 40,15 0-48,-11 0 0,11-4-8,-12 4-24,11 0 40,-9 0 48,12-5-32,-4 5-64,-13-4 64,15 4-8,-11-4 16,11 4 8,-11-4-72,9 4 56,-10-4 8,11 4 24,-9-4-16,8 4-32,-15-4 0,15 4 40,-11-4-80,13 4 64,-13-5-8,3 5-48,8-4 88,-9 4-72,11-4-32,-13 4 104,11-4-64,-11 4 32,13 0 16,-10-4-120,7 4 56,-11 0 104,14 0-32,-13 0-16,13 0-32,-13 0-112,11 0 40,-11 0 128,15 0-48,-4 0 0,-11 0-8,11 0-48,-8 0 96,12 0-72,-5 0 24,-9 0 8,12 0 8,-3 0 48,1 0-24,0 0-88,-9 0 56,11 0 32,0 0-40,-2 0 24,-1 0-72,-7 0 8,10 0 80,-1 0-24,1 0-8,0 0-24,-2 0-16,0 0 72,1 2 0,3-2-48,0 0-16,-2 0-16,2 0 24,2 0 24,0 0-32,0 2-48,-1-2 8,1 0 24,0 2-16,2-2 24,-2 0 56,0 0-104,2 2 16,0-2-9,0 2-135,0-2 96,0 2 32,0 0 88,0 0-32,4 0-8,0 1-16,-4-1-48,5 0 88,1 0-8,10 0-32,-16 0-24,7 2 8,9-2-24,-10 2 16,11-2-16,-13 2-24,2 0 24,15 1-8,-15-1 0,17 0-8,-17 0 0,12 2 40,-11-2-40,17 0 16,-17 1-8,15-1 40,-5 2 32,1-2 64,1 0-72,-3 0 8,1-2 8,-1 2-40,3 1 56,2-3-24,-5 0-16,-10 2 0,19 0 56,-4-2 8,-3 2-32,-1-2 16,-11 2-8,19 1 0,-7-3-16,1 0 0,-2 0-40,-11 0 56,19 2 32,-7-2 0,-1 0-16,-1 0-32,1 0 16,-1 0 40,3 0-40,-1 0-16,-11 2 8,15-1-24,-16-1 64,19 0-40,-19 0-8,15 0-32,-17 0 40,15 0 80,-13 0-72,13 0 32,-13 0-16,10 0-8,-10 0 32,11-2-48,-13 0-16,2 2 0,11 0 64,-13 0-16,12-2 0,-11 3-24,-1-3-16,2 0 56,0 2-8,0-2 16,0 2-48,1-2-32,-3 2 88,2 0 16,0-2 64,0 2-64,1-2-64,-3 2-48,0 0-40,0-2 72,0 0-8,0 2 96,0 0-48,0 0-24,1-2-40,-1 0-40,2 2 64,-2-2 40,0 2 0,0-2-48,-4 2 16,4-2-16,1 2 56,-1-2 0,0 0-56,0 2 16,0-2-8,0 0 32,0 0 8,0 3-24,-4-3-16,5 2 16,-1 0-8,2-2-24,0 0 32,-2 2 0,0-2 72,1 2-48,-1-2-40,0 0-40,0 2 0,-4 0 64,4-2 72,0 0-24,-4 0-88,4 0 40,-4 2-24,4-2 24,1 0 40,-5 0 0,0 0-24,0 0 48,4 0-8,-4 0-40,0 0 40,0 0-48,4 0 48,-4 0 0,0 0-24,0 0 0,0 0 8,0 0 24,0 0-24,0 0-16,0 0-16,0 0 16,-2 0 64,0-4-16,0 4-56,-5-4-24,3 0 8,0 4 24,0-5 8,-2 5 32,0-4-56,-3 0-96,3 0 128,0 0-88,-2 0 24,-13 0 104,13 0-64,-11-1 8,11 1-32,-11 0-24,3 0-8,-3 4 96,3-4 56,-1 0-40,-1 0-48,-3 0-24,-2-1-16,1 1 40,1 0 8,-4 0-48,-2 0-16,3 0 24,-3 0 0,2 4-32,-6-4 0,-2 4 56,0-5-16,2 5 32,0-4-32,-4 4-72,-2 0-16,0 0 64,2 0 24,-1 0 16,1 2 16,-2 0-8,2 0 0,4 1 16,0-1-56,-2 0-32,0 0 32,0 0-48,4 0 72,-2-2 32,0 2-56,0 0 16,0 0 16,4 0-72,-16 0 32,-4 0 8,3 0-56,9 0 88,10-2 0,5 0-48,1 0 48,-2 2-56,1 0 48,1-2 16,3 3-48,-1-1-40,1-2 80,7 2-16,1-2 0,0 0-24,-9 0-80,15 0 56,0 0-32,2 2 40,0-2-120,0 0-80,0 0 0,0 2 0,0-2 32,0 2 32,0-2 16,4 2 40,1 0 48,1 0 0,10 0 8,-12 0 0,13 2 24,-11-2-16,21 0 8,-8 1-40,1-1 0,3 2 24,2-2 8,-5 2 48,-1-2-16,2 0 24,1 0-16,3 0 8,0 0-32,0 0-16,3 0 32,8 0-56,3 0 48,-4 1-8,0-3 24,2 2 8,0-2 0,3 0-32,-5 0 48,0 0 0,0 0-16,0 0 64,2 0-56,-2 0-32,-2 0 24,2 0 0,2 0-72,-1 0 88,-3 0-32,-2 0 16,0 0 80,-1 0-80,4 0 24,-4-5-32,-5 5-24,0 0 88,0 0-32,2 0-16,-5 0-8,-3 0-16,0 0 32,3 0 24,-1 0 0,0 0-8,-5 0-40,1 3 24,-11-1 0,0-2 16,15 2-40,-15 0 32,14-2 32,-15 0-64,1 2 48,0-2-56,-2 2-8,2-2 40,0 2 8,11-2-16,-13 2 16,2-2-24,0 2 32,1-2-24,-1 2-48,0 0 80,0 0-80,-2-2 64,1 2-16,-1 0-40,2-2 64,-2 2-16,0-2 24,-4 3-16,4-3-40,0 2-8,0-2 8,1 2 32,-1-2-8,-4 0 0,4 2 8,-4-2 8,4 2 24,-4-2 0,0 0 8,0 0-40,0 2 72,4-2 8,-4 0-56,0 0 40,0 0-64,0 2 40,0-2 8,0 0-24,0 0 32,0 0-8,-2 0 56,0 0-64,0 0-48,-2 0-32,0 0-8,0 0 88,-1 0-32,-1 0 64,-2 0-72,-13 0-48,13 0 88,-15 0-128,7 0 0,-1 0 120,-3 0-88,1 0 80,3 0 0,-5-4-120,-2 4 64,1 0 48,-1 0-16,0-4-16,-2 4 8,-4 0-64,-2 0 56,3 0 32,-1 0-32,-2 0 32,-6 2-32,-1 2 8,1 0 24,0 0 0,0 0-56,-4 0 0,1 3 24,3-1-72,0 0 48,-2-2-8,-2 2 88,-1 0-24,3 1 16,4-1-40,-4 0-80,-1 0 72,3 0 80,2-1-8,2-1-48,-2 0 0,-2 0 48,4 0-32,4 0 24,-19 0-72,1 3-136,6-3 104,6 2 40,8-2 40,6-2-48,3 0 8,-1 0 16,13 0 16,-2 0 56,-9 0-96,9 0-16,-11 0-32,15 1 104,0-1-80,2 0-32,0 0-24,2-2-112,0 0 112,0 2-32,0-2-24,0 0-24,0 2 16,0-2 48,0 0 32,4 0 32,0 2-16,0 0 16,2-2 32,15 2-64,-15-2 24,15 0-16,-5 2 8,5 0 88,4-2-40,2 0 0,2 0-16,4 0-16,4 0 32,0 0-16,2 0 56,0 0-72,3 0 24,1 0 0,0 0-56,-1 0 32,-1 0 24,2 0 24,-1 0-8,1 0 32,-4 0-24,0 0 0,1 0 24,-1-4-24,0 4 0,-6-4 24,0 4-32,-2 0 48,2 0 8,-6 0-72,-2-4 32,-1 4 0,-1 0 48,2 0-56,-2-4 0,-7 4-40,1 0-24,3 0 88,-1 0-32,0 0-16,-13 0 0,12 0 8,-12 0 8,17 0 40,-19 0-40,0 2 24,1 0 0,-1 0-16,2 0 0,-2 0-8,-4 0 32,0-2 72,0 0 24,0 0-88,0 0 32,0 0-40,0 0 24,0 0 24,0 0-48,0 0-8,0 0-24,-2 0 32,0 0 8,-2 0-24,-2 0 16,-3 0-24,-7 0 32,12 0-8,-3 0-16,-9 0 56,8 0-40,-11 0 0,13 0 0,-2 0-16,-13 0-8,13 0 8,-15 0 80,17 0-88,-15 0-24,5 0-16,-3 0-48,1 0 48,-1 2 56,-4 0-16,-2 0-8,-1 0-56,1 0 24,-2 0-16,-4 3-32,-6-1 56,-2 0 8,4 0 8,-1 0 40,1 0 0,0 0-16,-4 0 48,4 1-24,2-3 0,-4 0-48,0 0 24,-1 2 8,3-2 32,2 0 24,0 0-48,0 0 24,0 0-16,2 0 0,2 0 24,3 0-48,-1 1-48,2-1 16,6 2 24,11-2-40,-15 0 40,15 0 8,-13 2 0,15-2-24,0 0 8,-10 0-48,11 0-48,1 0 80,2 0-96,0-2-16,2 0 8,0 0-32,0 2 112,4-2 8,0 0-64,1 3 40,1-1-16,10 0 80,-10 0 8,15 0-16,-4 0-48,-1 0-32,7 0 64,2 2-64,1-2 40,3 0-48,4 2 24,2 1 48,3-3-16,1 0 0,-4 0-24,2 0 0,2 0 8,3 0 8,-5 0 0,-2 0 24,2-2 56,0 0-8,2 2 40,-1-2-96,-3 0-8,0 0 72,2 0-48,-2 0 32,-2 0-16,-4 0-48,2 0 56,0 0 24,-8 0-40,-5 0 24,1 0 16,4-4-96,-1 4 80,-1-4-16,-5 4-48,-9-4 160,13 4-24,-14-4 24,15 4-48,-17-5-16,-4 5 48,4 0 8,0 0 64,1-4-40,-5 4-8,0 0-8,0 0-24,0 0 32,-2 0-64,-1-4-32,1 4 48,0 0-40,0 0-8,0-4-24,-2 4-16,-2-4 64,0 4-64,2-4 24,-3 4-32,-11-4-40,10 4 80,-11-4 32,13 4 24,-15-5-72,3 5-16,-3-4 8,2 4-16,1 0 24,-5 0 40,-2 0-48,0 0 8,3 0 8,-1 0-48,-4 0 8,0 0-8,3 0 32,-1 0-24,0 0 8,-4 0 16,0 0 24,2 0 72,3 2-64,-1 0-48,-2 3-16,-2-1-32,4 0 80,1 0-32,1 2 120,-4-2-96,0 0 32,2 1 32,3-1-136,-1 0 104,0 0-8,1-2 8,1 0-8,2 2 0,1-2-56,1 0 16,1 0 24,10 0-8,-1 0-48,-1 1-32,-8-1-8,13 0-16,1 0 8,2 0-40,0 0 32,-2 0 24,2 0 32,0 0 56,4 0-72,1 0-8,-1 0 72,2 0 8,15 0-16,-15 0 0,19 1-48,-9-1 16,5 0 48,3 0 0,5 0 16,0-2-56,0 0 24,4 0 72,4 0-96,1 0 64,-3 0-40,0 0-8,4-4 72,0 4-48,0-4 16,-3-1-48,-1 1-8,0 4 48,2-4-32,0 0-40,-4 4 40,-2-4 8,2 0 8,2 4 24,-2-4-24,-4-1-16,0 5 0,0-4 40,2 4-56,-2 0-16,-9-4 8,1 4-32,4 0 64,-2 0 72,-3 0-104,-14 0 56,17 0-64,-17 0 40,15 0 16,-15 0 8,0 0-40,1 0 16,9 0 0,-12 0-8,0 0 144,-4 0-224,4 0 96,1 0-16,1 0-104,-2 0 168,0 0-88,0 0-40,0 0 96,-4 0-32,4 0 8,-4 0 120,0 0-176,0 0 96,0 0-56,0 0-104,0 0 192,0 0-128,0 0 16,0 0 160,0 2-96,0-2 8,0 0-72,0 0 0,0 0 24,0 0 8,0 2-40,0-2 16,0 2 112,0 0-24,0 1-72,-2-1-64,0 2 64,0-2 40,0 2 8,-2 0-88,-2 0 48,0 0-80,-1 0 104,3 1 80,-2-1-112,0 2 8,0-2-24,-3 2-72,3-2 96,0 0 8,0 1-8,0-1 64,-1 2-40,1-2-32,0 0 40,0 0-16,2 0 32,2-1 8,0-1-80,0 0 0,0 0 40,-1 0-8,1-2 96,2 0-104,0 0 24,0 0-56,0 0 72,0 0-56,5 0 8,-1 0 32,2 0 96,12 0-88,-11 0-8,9-4 56,-12 0-168,2 4 160,11-5 0,-11 1-72,15 0 80,-17 4 32,12-4-72,-9 0-40,9 0-48,-10 4-32,11-4 72,-11-1 40,15 1 72,-15 0-88,17 0-32,-7 0 32,-10 0-64,17 0 40,-17 0-16,17-1 40,-17-1 0,17 0 40,-17 2 16,15-2-64,-17 0 56,14-1 16,-11 1-32,9 0 16,-12 0-72,13 0-8,-13-1 88,2 1-48,0 0-24,11 0 16,-17 0-40,6-1 16,10 1 48,-16 0-40,7 0-32,-1 0 72,0-1-8,0 1 40,-2 0 32,1 0-128,-1 2 104,-4 0-32,4-1-32,0 1 64,-4 0-96,0 0 24,4 4 8,-4-4 16,0 0-32,0 4 16,0-4 16,0 4-8,0 0 16,0 0-104,0 0 40,0 0 64,-2 0-64,-2 0 32,0 0-32,-2 0-56,-1 0 104,1 0 0,0 0-16,0 0 32,0 2 80,-3 0-8,3 0-72,-2 0-24,0 2-96,-9-2 32,13 2 56,-2 0 32,-3 1-24,1-3-40,0 2 56,2 0-32,0-2 16,-3 2 8,1-2-32,2 2-8,0 0 48,-1-2 8,1 1 8,2 1-56,0-2-24,0 0 48,2 0-32,0 0 16,0 2 8,0-2 8,2 0-16,0 0 56,0 0-56,0 0-64,0 0 72,0 0 48,0 1-40,0-1 0,0 0-40,4 0-48,-4-2 104,4 2 40,0-2-40,0 0-64,0 0-24,0 0 64,1 0 0,1 0-8,0 0 24,0 0-24,0 0-16,11 0 24,-13 0-32,2-4 80,13 4-32,-15-4-48,2-1 8,13 1-48,-15 0 56,12 0 80,-12 0-48,3 0 32,9 0-16,-12 0 0,2-1-16,1 1 48,-1 0-24,0 0 8,0 0 80,0-2-104,-1-1 24,-1 3-24,0-2-8,-4 2-8,0 0-8,0-2-32,0 2-8,0-1 32,0 1 64,0 0-32,0 0-8,0 0-8,-2 0-24,0 0 40,-5 0 16,1 4-72,0-5 8,0 5 0,-2-4-8,-1 4 32,1 0-24,-8 0 40,9 0 32,-1 0-16,-8 0 16,9 0-80,-9 0 32,10 0 24,-11 2-24,11 0 32,-10 0-72,9 1 0,-9-1 120,10 2-72,-11-2-40,11 2 80,-13-2-96,13 0 24,0 2 40,-11-2-32,13 0-80,-2 0 56,-2 0 16,2 1-24,-1-1 48,1 0-8,0 0-16,0 0 16,4 0 0,0 0-8,-2 0-32,2 0-16,-1 0 72,1 0 0,2 0-8,0 0-8,0 0-8,0 0 24,0 0 16,0 1-40,0-1-32,0 0-16,5 0 16,-1 0 32,0-2 24,0 2-40,2 0 40,0-2 32,11 0-72,-13 0 40,2 0 0,11 0-88,-13 0 128,12 0-72,-12 0-56,3 0 72,9 0-32,-12 0 80,13-4 56,-13 4-16,2-4-32,0 0 16,11-1-72,-13 1 16,2 0 8,0 0-32,11 0 56,-17 0 0,6 0-16,0-3 16,-2 3-48,3 0 24,-3-2 8,0 2-24,0-2-56,-4 2 120,0-1-56,0-1-56,0 2 104,0 0-176,0 0 104,0 0 88,-2 0-72,-2-1 32,-2 1-8,-1 0-16,1 0 48,0 0-64,-2 0 8,-11 0-16,13 0 8,-2 4 80,-9-5-48,11 5 8,-11-4-8,9 4 16,-12 0 8,11 0-40,-11 0-24,-3 0 24,-6 0 120,0 2-104,4 0 8,-4 3-8,5 1-152,1 0 136,4 0 24,13 0-96,-12 1 56,11-3-32,-11 0 32,16 2 16,-2 0-24,-3-2 40,1 0-96,0 1 88,2 1-8,0 0-80,-2-2 8,-1 0-48,3 0 40,2 0 48,2 1 0,-2-3-24,0 2-16,0 0 24,2-2 40,0 0-32,0 0 24,0 2-16,4-2-32,2 2 72,1-2-64,-1 1 16,0-1 16,13 0 72,-13 0-48,12 0 40,-14 0-56,13-2-72,-13 0 104,0 0-80,15 0 48,-13 0-64,11 0 40,-13-4 32,2 4 0,0-4 48,0 4-8,11-5 40,-13 5-8,2-4-64,13 0-48,-15 0-40,12 4 64,-12-4 40,13 0 8,-13 0-32,2 0 0,13-1 24,-15-1 16,0 2 0,2-2-64,0 0-24,1 0 24,-1-1 16,-2 1 8,0 0 0,-4 0-8,0 0 80,0-1-96,0 1 8,0 0-16,0 0-72,0 0 88,-4-1 24,-2 1-24,-2 0-32,-13-10 48,13 16 8,-11-7-24,0 1 64,-5 0-80,-5 2-8,-2 0 16,0 4-40,0 0 64,0 0 80,0 0-64,0 0 32,4 0-56,-2 0-56,-2 2 112,-2 2-40,4 0 64,0 0-56,-2 0-8,-2 0 40,-2 3-16,2-1 24,2 0-8,-4-2-48,-2 0 32,-2 0 56,2 0-80,0 1 56,-3-3 56,-1 0-88,-2 0 40,1 0-8,3 0-96,-2 0 24,-2 0 56,1 0 0,3 0 16,-2 0 0,-3-2-16,-20 2-24,4 0 16,5 0-32,13 1-24,3-1-24,0 0 16,6 0 64,6 0-40,4 0 8,3 0-16,-3 0 0,2 0 40,5 0-24,-3 0-88,3 0-16,8-2 8,-1 0 8,3 0 24,4 0-48,-4 0-32,2 0 0,2 0-24,2 2-72,0-2 16,0 0-104,0 0 16,0 0 64,4 0 16,0 0 64,2 0 64,0 0 32,11 0-24,-11 0 64,13 0-40,-13 0 0,12 0 40,-11-4-24,21 4 16,-7-4-24,-2 0-32,-1 0 80,1 0 16,-1 0-48,-1-1 56,-11 1-56,17 0 0,-7 0 96,-9-2-8,13 0-24,-16-1 24,3-9 72,-1 16-32,10-6 80,-16-11 8,0 13-48,0-2 152,0-11-56,0 13-40,0-2 32,0 0-200,0-11 64,0 13 8,-4-12-40,-4 12-56,-13-3 48,13-9-24,-13 12-24,13-2 32,-19-1-56,4-9 72,-3 12 24,-1 0-32,0-3-32,-6 1-48,-2 0 48,0-11 32,0 17 24,0-4-16,-1 0-24,-1 0 48,2 0 8,0 0 0,-2 0 8,-2 0-24,-3-1-8,3 5 32,-2-4-24,4 4-48,0-4 16,-1 4 24,5 0-16,-2 0 0,2 0 40,-2 0-48,2 0 56,0 0-24,2 0-72,-2 2-8,2 0-40,-2 0 80,2 2 16,2 1-8,0-1-32,3 0 56,-1 0-24,6 0-40,5 0-16,-3-2-80,-2 2 56,5-1 72,-1 1 8,9 0-8,-9-2-64,11 0 8,0 0 0,0 0 8,2-2-16,2 0-56,0 2 24,-2-2-64,1 2 24,3 0-24,0-2 16,0 2 8,0 0 24,0-2 32,7 2 40,9-2-16,-12 0 40,2 2 0,15-2-48,-15 0 8,21 0 40,-8 0 24,6 0 24,1 0 16,1 0-88,4 0-16,2 0 8,-2 0 8,6-4-16,0 4-8,-1 0-40,1 0 16,0 0-16,-2 0 24,2-4-40,-2 4 80,2 0 8,1-4-8,-3 4 64,2-4-96,-4 4 40,0-4 0,2 4-32,0-4 24,-2 0-16,-4 4-16,0-5 88,-6 5-32,-1-4-16,-3 4 8,-3-4-40,1 4 40,-11-4-8,0 4 40,1-4-16,-3 4 72,0 0 56,0-4 32,-4 4-16,0 0 24,0-4 16,-2 4 16,0 0-56,0 0-56,-4-4-32,-1 4-72,-1-5 40,-8 1-24,7 0 0,-15 0 8,5 4 24,0-4 24,1 4-64,-3 0 8,-4 0 8,-4 0 40,-2 0 72,1 0-80,-3 0-8,-3 0-16,1-4 24,-4 4 8,0 0-56,0 0 56,-9 0-64,3 2 56,3 0 8,1 2-88,2 0 64,-2 0-32,-5 0 24,5 1 96,-2-1-232,-1 0 96,1 2 0,-3 0 24,3 0 32,4 1-56,-4-1-24,1 0-56,3 0 64,0-2-40,6 0 0,0 1-24,-2 1 32,0 0 40,1 0-8,-1 0 32,6-2-16,5 1-16,-5-1 16,8 0-32,-2 0 0,3 0 48,12-2-8,-13 2-24,15-2 24,-3 0-32,-9 0-40,14 1 112,0-1-96,-1-2-16,3 0 16,2 0-112,0 2 112,0 0-32,0-2-8,0 2 48,0-2 32,7 2 56,-1-2 0,14 2-24,-13-2-88,19 0 56,-7 0-8,0 0-8,3 0 56,5 0-40,0 0 40,4-4 32,0 4-16,2-4-32,4 4 16,2-4 32,3 4-48,-1 0 64,2-5-64,-1 5-72,3 0 96,-2 0-24,3 0-40,1 0 64,-1 0-64,3 0 56,1 0-8,-1 0-56,-1 0-80,-5 0-32,1 2 88,-1 1-48,4-1 88,-1 2-64,-1 0-16,-1 0 40,-3 2-40,0-2-24,0 0-16,-1-1 72,-1 1-24,-6-2 72,-4 0-48,-4 0-24,-5-2 72,1 0 24,0 0 64,-15 0-48,12 0 32,-14 0 48,-4-4 56,5 0 112,-5-1 0,0 1-32,0 0 8,0 0-56,0 0-16,-3 0-16,-1 0-56,-4-3-32,-8 3 0,9 0-40,-13-2-24,3 2 72,-3 0-40,-1-2 16,-4 1 0,-6 1-80,-2 0 64,-2 0 88,-8 4-48,1-4-24,-1 4-40,-6 0-64,1 0 80,-1 0 32,-1-4 32,5 4-32,-3 0 16,-1 0-16,-1 0 8,-2 0-72,1 0-80,1 2 32,-1 0 64,-1 0-16,2 0 0,-1 0-48,1 0 8,-1 0-8,1 0 24,3 0 8,-3 0-88,3 1 80,3-1 8,-1 2 8,-1 0 32,3-2-48,0 0 48,3 2 16,7-2-40,2 0 40,0 0-96,7 0 24,-3 0 40,6 0-8,5 1 56,-1-1-32,11 0 8,-11 2-16,13-2-8,0 0-16,0 0-24,2 0 8,0 0 24,2-2-40,0 2 24,0 0 8,6 0 32,0 0 32,11-2 16,-13 2-8,19-2-48,-5 0 112,3 0-32,4 0 8,6 0 8,4 0-56,8-4 16,0 0-8,3 0-48,6 0 16,-1 0-16,1-2 40,-1-1 56,1 3-40,0 0 24,1-2 16,1 0-8,-2 2 16,3 0-8,1-1-72,0 1 32,0 4 0,-1-4 32,3 4-32,-2-4-88,-3 4 40,1 0-72,0 0 8,0 2 24,-3 0-80,1 2 56,-1 0 16,1 3 0,-2-1-32,-1-2-24,-4 0 24,3 2 32,-3 0-8,-3-1 0,-7 1 40,-4-2-56,0 2 40,-2-2 8,-7 0-24,-3-2-8,-13 0 64,19 1 16,-9-1-32,-12-2 64,3 0 0,-7 0 32,0 0 8,4 0 0,-4 0-16,0 0 40,-2-5 96,0 5-72,0-4-8,0 0-136,-5 0-48,-11 4 48,12-4 24,-11 0-16,9 0-32,-19 0 0,2 4-16,-2 0 48,-6 0 16,-8 0-64,-2 0 56,-3 0 32,-1 0-32,-1 0 40,-5 0-40,-3 0 8,0 0 16,5 0 24,-1-5-32,-2 5-24,1-4 88,-3 4-32,0-4 33,0 4-41,1-4-136,-5 4 56,-4-4-33,2 4 65,0-4-32,0 4-56,2-4 16,0 0-24,-2 4 40,4-5 0,-1 5-32,-1 0 16,0 0 40,0 0-40,0 0-8,2 0-32,3 0 32,5 0 48,7 0-24,-1 0-32,5 0 16,-2 0 32,-1 2 8,7 1 16,2-1-72,-4 0-16,8 0 56,-2 0-40,0 2 72,9 0-48,3-2 0,11 2 48,0 0-72,-1 0 40,3-1 0,0-1 32,2 0 16,0-2-24,2 2-24,2 0 16,0 0-56,0 0 40,0 0-8,0 0-56,4 0 40,2 0 40,0 2 56,11 0 56,-13-1-96,16-1 32,-3 0 8,1-2-104,5 0 168,2 0-64,4 0-16,4 0 64,0 0-48,4 0 40,0 0-40,2 0 0,9 0 16,-3 2 0,1 0 24,3 0-16,3 0 16,-2 0-40,7 2 16,1 0-8,0 0-104,2-2 72,-2 3 48,1-1-8,1 0 32,-2 2-48,0 0-16,-2 0 0,2 3 48,-1-3-80,1 0 32,-4 11-32,2-13 72,-1 2-64,1 10-72,0-11 24,-7 1-80,1 10 104,-1-10 16,-3 1-32,-15-1-40,-2 0 40,-5 0-16,3-2 24,-2 0 72,4 1-104,2-1 64,2-2 16,0 0-104,-2 0 80,-4 0-48,-4 0 48,-3-2 64,1 0-8,-15 0 16,13 0 16,-19 0 56,6 0 16,-2-4 24,0 0-40,-4 4-56,0-4 57,0 0-17,0-1 16,-4 1-56,-2 0-32,-11 0-16,11-2-16,-13 0 8,3-1 32,-5 1-56,-6 0 56,3 2 0,-5 0-64,-6 0 24,0 0 32,-5-3-8,1 3 24,4 0-16,-4 4-80,0-4 40,-1 4 32,-3 0 48,4 0-56,-5 0-32,-1 0 16,0 0-16,-3 0 64,-1 0 8,-1 4-144,0 2 24,-3 0-64,1 3 0,1-1 24,-3 0-24,4 0 32,1-1 0,-1-1 8,1 0 0,-1 0 16,3 0 136,1 1-88,5-1 0,0 0-16,1-2-104,-3-2 128,2 0 32,4 0-96,-1 0 16,5-2-57,2 0 49,3 0 88,7 0-24,2 0 57,3 0-98,-1 0 17,11 0 16,-2-4-32,2 4 24,2-4-8,1 4 8,1 0 16,0-4-72,2 4 8,0 0-8,0 0 24,4 0 96,1 0-64,1 0 0,14 0 32,-13 0 0,17-4 8,-3 4 0,0-4-40,1 4 0,9-4 88,0 4-32,6 0 9,5 0 7,-1 0-40,2 0 48,3 0-80,-3 0-16,3 0 24,-1 0 72,-2 0 8,5 0 16,-3-4-72,3 4-64,-1-5 120,1 1-72,-1 4 72,3-4-40,-3 0-64,1 0 112,-1 0-64,1 0 32,-1-1 32,-1 1-128,-1 0 40,0 0-24,3 4-88,-3-4 32,1 4 72,-3-4-48,-2 4 48,3 0 24,-7-4-112,0 4 40,2 0-8,-4 0 40,-2 0-16,-4 0-24,-4 0 48,0 0-16,0 0 32,-5 0 8,1 0-48,-15 0 8,13 0 8,-13 2 40,0-2 16,-2 2-48,0-2 32,-4 2-8,4 0 24,-4-2 40,0 0-8,0 0 120,-2 0-96,-2 0-24,-2 0-32,0 0-96,-13 0 88,3 0 0,-3 2 24,-3 0-48,-5 0 8,-6 0 48,-2 0 0,-1 2 16,-1-2-40,-8-2-16,2 0 48,-3 3 0,5-3-8,2 0 72,-3 0-112,-1 0 32,-2 0 8,-1 0-72,-1 2 16,-1-2 0,-3 0 32,-3 2-56,4 0 24,-3 0-56,-3 2-24,0 0 56,0 0 32,3-2-56,1 2 40,-2 1-48,1-1-8,-1 2 56,2-2-48,5 2-8,0 0 16,13-2 16,8 1 24,3-1 0,-2-2-56,5 2 8,-5-2 24,2 2 16,0-2-8,1 0-24,-1 0-64,6 2 8,11 1 16,-12-3-16,16 2-8,-5-2-17,3 2 33,2 0-8,2-2-16,0 2 16,0-2 16,4 0 104,2 3 8,11-1-16,-11 0 16,19 0-24,-4 0 40,-1 0 40,7 0-40,4 0-32,4 1 24,4-3-16,1 0 40,-1 0-24,4 0 24,7-2 16,-1 0 16,-1 0 25,1 0-81,1 0 48,1 0-32,1 0 64,0 0-72,-1 0 0,-1 0-16,1 0-24,3-4 80,-2 4-112,1-4 16,-1-1-32,0 1 56,-1 4 0,1-4-48,0 0 8,-3 4-32,1-4 24,-3 0 16,1 4-8,-1-4-40,-6 4 48,1 0 40,-3 0-40,-4 0 8,0 0-16,-4 0-33,0 0 57,-2 0-24,-4 0 8,-5 0 0,1 0-16,2 0 72,-1 0-56,-5 0 72,-11 2-32,13 0-56,-13 0 48,12 0-96,-11 0 48,-1-2 24,-2 2 8,2 0 48,0 0-24,-2 0-8,1-2 8,-5 0 40,0 0 73,4 0-17,-4 0 16,0 0-56,0 0-16,0 0 40,0 0-80,0 0 8,0 0 0,-2 0 8,-5 0 48,3 0-8,-2-4-8,-2 0-72,-9 4 8,11-4 0,-10 4-24,9-4 48,-13 4 48,12-4 24,-13 4-80,13 0-8,-15 0-56,4 0-24,1 0 88,1 0 56,-1 0-32,-3 2-24,0 0 24,1 2-48,-1 0 32,-2 0-32,-1 0 8,-1 0 16,0 1 8,0-1-8,-2-2-56,1 2-24,-1 0 0,4-2 56,0 0-24,1 2-8,-1 0 16,2-2 16,3 3 56,1-3-8,9 0-32,-13 0-40,13 0-24,-8 0 8,11 0 0,-1 0-96,0 0 0,2 0-8,2-2-8,0 0 72,2 2-33,0-2 17,0 2 40,6 0 104,0-2-32,11 0-8,-13 0-8,16 0-48,-3 0 56,2 0 16,3 0-40,1 0 16,6 0 32,4 0-48,2 0 0,0-4 0,0 4-48,2-4 56,1 0 0,1 0-24,-2 0 48,0 4 8,2-4 16,1-1 8,-1 1-32,-2 0 48,0 0-24,2 0-16,-2 0 24,-1-2-48,-3 1 0,-2-1 16,-1 0 40,-1 0-64,-2 0 16,-6 2-8,-3-1-32,3 1 104,-2 0-8,-3 0-48,-12 0 32,15 4-32,-13-4-8,17 4 97,-19-4-1,2 0-40,0 4 32,1-5-48,-3 1-64,-4 4 80,0-4 8,0 4-16,0 0 0,0-4-24,0 4-48,-2-4 48,0 4 64,-1-4-64,1 4-8,-4-4 0,-2-1 16,0 1 40,-1 0 48,-7 0-48,8 0-72,-13 0 40,13 0 8,-11 0-48,11-1-48,-15 1-40,5 0 48,-1 4-16,0-4 88,1 4-40,-3 0-16,1 0 96,-3 0-24,0 0-8,0 0-40,-3 0-40,-1 0 48,2 0 16,-2 0-40,-2 0 16,0 2-40,-2 0 40,3 0 72,1 0-24,-4 0-56,0 0-32,0 3 0,0-1 0,0-2 16,0 0 32,-2 0-24,2 0 40,0 0 8,0-2-40,0 0 0,-2 0 40,2 0 32,2 0-32,-16 0-32,-1-4-72,5 0 56,6-2 64,6-11 136,0 13-136,4-2-48,0-13 16,3 15-80,5-2 96,9-13 88,-13 15-144,15-12 56,0 11 16,2-1-80,2 0 72,0 0 0,-2 0 8,2 0-40,2-1 16,0 3-144,0-2 24,4 0 80,0-11-48,2 13 8,13-2-64,-15 0-32,14-13 104,-12 15 80,19-12-64,-2 11-40,-2-11-16,1 12-16,3-2 88,-2-11-8,4 13 8,-3-2-24,1 0 24,0-1 0,0-9-40,-3 16 16,1-6 40,-2-11 40,-1 13 16,5-2-24,0 0-32,-6-1-16,-1-9 40,1 16 8,-3-6-24,1 0 8,-11 1 24,12 1 32,-11-2-24,11 2-24,-14-2-40,3 0 64,-1 1 64,12 1 8,-13-2-16,1 2-88,10-2 88,-16 0-16,4 1 16,0 1 40,1-2-112,-5 0 128,4 0-16,-4-11-48,0 13 32,0-2-144,0 0 56,-2-11 56,-2 13-104,-1-2 24,-1 0 0,0-11-8,-10 17 56,11-6-16,-1 0-56,-12 0 0,13-1 16,-1 1-8,0 2-32,0 0-24,0 4 8,2-4-256,1 4-80,3 0-184,0 0-152,0 0 119,0 0-31,7 0-80,17 0-248,-3 2-224,2 2-145,6 2 169,4 11 256,4-11 320,2 10 176,0-9-744,-39-7 1152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70A40-4F18-CB49-91FB-50588B6AE29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16E81-4EED-4644-9BCF-7DCAF1E0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0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svg"/><Relationship Id="rId11" Type="http://schemas.openxmlformats.org/officeDocument/2006/relationships/customXml" Target="../ink/ink10.xml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2.xml"/><Relationship Id="rId5" Type="http://schemas.openxmlformats.org/officeDocument/2006/relationships/image" Target="../media/image22.png"/><Relationship Id="rId4" Type="http://schemas.openxmlformats.org/officeDocument/2006/relationships/customXml" Target="../ink/ink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12" Type="http://schemas.openxmlformats.org/officeDocument/2006/relationships/customXml" Target="../ink/ink1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svg"/><Relationship Id="rId11" Type="http://schemas.openxmlformats.org/officeDocument/2006/relationships/customXml" Target="../ink/ink16.xml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28" y="1477030"/>
            <a:ext cx="87643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5400" b="1" u="sng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Number Guessing Game in C</a:t>
            </a:r>
            <a:endParaRPr lang="en-US" sz="5400" u="sng" dirty="0"/>
          </a:p>
        </p:txBody>
      </p:sp>
      <p:sp>
        <p:nvSpPr>
          <p:cNvPr id="3" name="Text 1"/>
          <p:cNvSpPr/>
          <p:nvPr/>
        </p:nvSpPr>
        <p:spPr>
          <a:xfrm>
            <a:off x="793790" y="302573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>
                <a:solidFill>
                  <a:schemeClr val="accent1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By: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49783" y="3708329"/>
            <a:ext cx="13042821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Miraya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Ballav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 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(PRN: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1262251072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Namya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Baranwal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(PRN: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1262252097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Saksham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Jain          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(PRN: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1262250842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Vedant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Puri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           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(PRN: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1262252793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GB" sz="2400" dirty="0">
              <a:solidFill>
                <a:schemeClr val="accent5">
                  <a:lumMod val="75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</a:rPr>
              <a:t>Vedant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</a:rPr>
              <a:t> </a:t>
            </a: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</a:rPr>
              <a:t>Belsare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</a:rPr>
              <a:t>.       (PRN: 1262252826)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72518" y="5729045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Course:</a:t>
            </a:r>
            <a:r>
              <a:rPr lang="en-US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Btech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Cse-Csf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4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Division:</a:t>
            </a:r>
            <a:r>
              <a:rPr lang="en-US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4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Subject:</a:t>
            </a:r>
            <a:r>
              <a:rPr lang="en-US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Foundations</a:t>
            </a:r>
            <a:r>
              <a:rPr lang="en-GB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</a:t>
            </a:r>
            <a:r>
              <a:rPr lang="en-GB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Programming</a:t>
            </a:r>
            <a:r>
              <a:rPr lang="en-GB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7B0445F-5228-7ED4-9B95-BC12837B546C}"/>
                  </a:ext>
                </a:extLst>
              </p14:cNvPr>
              <p14:cNvContentPartPr/>
              <p14:nvPr/>
            </p14:nvContentPartPr>
            <p14:xfrm>
              <a:off x="13830242" y="7771374"/>
              <a:ext cx="115560" cy="266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7B0445F-5228-7ED4-9B95-BC12837B54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40242" y="7681374"/>
                <a:ext cx="29520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6B38CD-9D71-4C58-1C43-0240C2048313}"/>
                  </a:ext>
                </a:extLst>
              </p14:cNvPr>
              <p14:cNvContentPartPr/>
              <p14:nvPr/>
            </p14:nvContentPartPr>
            <p14:xfrm>
              <a:off x="13417682" y="7791894"/>
              <a:ext cx="748800" cy="143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6B38CD-9D71-4C58-1C43-0240C20483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82042" y="7756254"/>
                <a:ext cx="8204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3D5E755-B8B8-391A-7DDA-B77B2C0C84EE}"/>
                  </a:ext>
                </a:extLst>
              </p14:cNvPr>
              <p14:cNvContentPartPr/>
              <p14:nvPr/>
            </p14:nvContentPartPr>
            <p14:xfrm>
              <a:off x="13240922" y="7851654"/>
              <a:ext cx="978480" cy="266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3D5E755-B8B8-391A-7DDA-B77B2C0C84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150922" y="7761654"/>
                <a:ext cx="115812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B09712-B2C9-67AB-A03C-87CF130A9839}"/>
                  </a:ext>
                </a:extLst>
              </p14:cNvPr>
              <p14:cNvContentPartPr/>
              <p14:nvPr/>
            </p14:nvContentPartPr>
            <p14:xfrm>
              <a:off x="14000522" y="7858134"/>
              <a:ext cx="27000" cy="51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B09712-B2C9-67AB-A03C-87CF130A98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10522" y="7768494"/>
                <a:ext cx="2066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763B4B8-AC99-B0A2-3DA5-AF12D40506FF}"/>
                  </a:ext>
                </a:extLst>
              </p14:cNvPr>
              <p14:cNvContentPartPr/>
              <p14:nvPr/>
            </p14:nvContentPartPr>
            <p14:xfrm>
              <a:off x="12826202" y="7753374"/>
              <a:ext cx="1690560" cy="410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763B4B8-AC99-B0A2-3DA5-AF12D40506F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36202" y="7663734"/>
                <a:ext cx="187020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D2606E-3D2E-E095-7E0B-08CE83C294E1}"/>
                  </a:ext>
                </a:extLst>
              </p14:cNvPr>
              <p14:cNvContentPartPr/>
              <p14:nvPr/>
            </p14:nvContentPartPr>
            <p14:xfrm>
              <a:off x="732308" y="2823532"/>
              <a:ext cx="33120" cy="16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D2606E-3D2E-E095-7E0B-08CE83C294E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2308" y="2733532"/>
                <a:ext cx="2127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1009765-0B8B-5429-165E-8A4BDC0D59E9}"/>
                  </a:ext>
                </a:extLst>
              </p14:cNvPr>
              <p14:cNvContentPartPr/>
              <p14:nvPr/>
            </p14:nvContentPartPr>
            <p14:xfrm>
              <a:off x="10609710" y="3127709"/>
              <a:ext cx="2153318" cy="711099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1009765-0B8B-5429-165E-8A4BDC0D59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13241" y="3019413"/>
                <a:ext cx="2346644" cy="9281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D742F21-A57A-F854-DEE0-F723E4C503C4}"/>
                  </a:ext>
                </a:extLst>
              </p14:cNvPr>
              <p14:cNvContentPartPr/>
              <p14:nvPr/>
            </p14:nvContentPartPr>
            <p14:xfrm>
              <a:off x="9376112" y="3684490"/>
              <a:ext cx="1153385" cy="111234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D742F21-A57A-F854-DEE0-F723E4C503C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83486" y="3586573"/>
                <a:ext cx="1338267" cy="306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9ACC56D-B8DF-9EAE-D446-6B732137ABFD}"/>
                  </a:ext>
                </a:extLst>
              </p14:cNvPr>
              <p14:cNvContentPartPr/>
              <p14:nvPr/>
            </p14:nvContentPartPr>
            <p14:xfrm>
              <a:off x="7576682" y="7288974"/>
              <a:ext cx="36000" cy="25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9ACC56D-B8DF-9EAE-D446-6B732137ABF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87042" y="7199334"/>
                <a:ext cx="215640" cy="20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7753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Introduction: What's This Game About?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71534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is a simple number guessing game made in C. It's pretty straightforward but covers some basic programming stuff.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881" y="4680026"/>
            <a:ext cx="7556421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computer picks a secret number between 1 and 100.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Players try to guess this number.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game gives hints if the guess is too high or too low.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only get a limited number of tries (10, to be exact!).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4946"/>
            <a:ext cx="96771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Our Objectives: What We Learn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9185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Making this game helps us get better at a few key programming concepts. It's like a mini-project to practice what we've learned.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30297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3790" y="3307437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07249" y="303264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43" y="3211235"/>
            <a:ext cx="238125" cy="238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5008" y="3826431"/>
            <a:ext cx="28015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Random Numbers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15008" y="4255651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make the computer pick a random secret number.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414379" y="3330297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14379" y="3307437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327838" y="303264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06432" y="3211235"/>
            <a:ext cx="238125" cy="238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597" y="38264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Loops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7635597" y="4255651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loops (like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to keep the game going.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793790" y="5290423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93790" y="5267563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707249" y="4992767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85843" y="5171361"/>
            <a:ext cx="238125" cy="238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15008" y="57865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Conditions</a:t>
            </a:r>
            <a:endParaRPr lang="en-US" sz="1950" dirty="0"/>
          </a:p>
        </p:txBody>
      </p:sp>
      <p:sp>
        <p:nvSpPr>
          <p:cNvPr id="21" name="Text 16"/>
          <p:cNvSpPr/>
          <p:nvPr/>
        </p:nvSpPr>
        <p:spPr>
          <a:xfrm>
            <a:off x="1015008" y="621577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if-else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check guesses and give hints.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7414379" y="5290423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414379" y="5267563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327838" y="4992767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6432" y="5171361"/>
            <a:ext cx="238125" cy="2381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597" y="57865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Input/Output</a:t>
            </a:r>
            <a:endParaRPr lang="en-US" sz="1950" dirty="0"/>
          </a:p>
        </p:txBody>
      </p:sp>
      <p:sp>
        <p:nvSpPr>
          <p:cNvPr id="27" name="Text 21"/>
          <p:cNvSpPr/>
          <p:nvPr/>
        </p:nvSpPr>
        <p:spPr>
          <a:xfrm>
            <a:off x="7635597" y="621577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Taking guesses from the player and showing messages.</a:t>
            </a:r>
            <a:endParaRPr lang="en-US" sz="15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080CDBA-8F90-060A-FB04-11F4D86DBF96}"/>
                  </a:ext>
                </a:extLst>
              </p14:cNvPr>
              <p14:cNvContentPartPr/>
              <p14:nvPr/>
            </p14:nvContentPartPr>
            <p14:xfrm>
              <a:off x="12502202" y="7753374"/>
              <a:ext cx="2018880" cy="346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080CDBA-8F90-060A-FB04-11F4D86DBF9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412202" y="7663734"/>
                <a:ext cx="2198520" cy="52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261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Libraries Used: Our Programming Toolkit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43042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make this game work, we need to include a few standard libraries. Think of these as pre-built tools that help us with common tasks.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3288744"/>
            <a:ext cx="7556421" cy="404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This is for standard input/output. It helps us: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display text on the screen (like prompts and hints).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read input from the player (their guess).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&lt;stdlib.h&gt;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This library provides general utilities. We use it for: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generate random numbers.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srand()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"seed" the random number generator so it's not the same every time.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abs()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get the absolute value (useful for hint system logic).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&lt;time.h&gt;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For time-related functions. We use it to: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time(NULL)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provide a unique seed for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srand()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usually based on the current time.</a:t>
            </a:r>
            <a:endParaRPr lang="en-US" sz="15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713D45A-0A5C-DD48-C985-CA80438A126A}"/>
                  </a:ext>
                </a:extLst>
              </p14:cNvPr>
              <p14:cNvContentPartPr/>
              <p14:nvPr/>
            </p14:nvContentPartPr>
            <p14:xfrm>
              <a:off x="13590122" y="7763094"/>
              <a:ext cx="33840" cy="162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713D45A-0A5C-DD48-C985-CA80438A12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00482" y="7673094"/>
                <a:ext cx="21348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ADA185C-5CD5-9709-B5A3-ACE15D85F5A8}"/>
                  </a:ext>
                </a:extLst>
              </p14:cNvPr>
              <p14:cNvContentPartPr/>
              <p14:nvPr/>
            </p14:nvContentPartPr>
            <p14:xfrm>
              <a:off x="12794882" y="7784694"/>
              <a:ext cx="1683720" cy="316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ADA185C-5CD5-9709-B5A3-ACE15D85F5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05242" y="7694694"/>
                <a:ext cx="1863360" cy="49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6381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Random Number Generation: Making It Unpredictable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6337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game needs a secret number that's different each time you play. This is how we do it.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902512"/>
            <a:ext cx="37697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1. Seeding the Generator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41102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srand(time(NULL));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907161"/>
            <a:ext cx="6279356" cy="1726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srand()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initializes the random number generator.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time(NULL)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gives us the current time in seconds since 1970. This makes sure our random numbers aren't the same every time we run the program.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only call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srand()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once, at the beginning of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902512"/>
            <a:ext cx="39939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2. Generating the Number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41102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num = (rand() % 100) + 1;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907161"/>
            <a:ext cx="6279356" cy="140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gives a big random integer.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 100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(modulo 100) makes the number fall between 0 and 99.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+ 1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shifts the range to be between 1 and 100, which is what our game needs.</a:t>
            </a:r>
            <a:endParaRPr lang="en-US" sz="15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EE0E5E2-B1CE-D436-E35A-CB66DD189D85}"/>
                  </a:ext>
                </a:extLst>
              </p14:cNvPr>
              <p14:cNvContentPartPr/>
              <p14:nvPr/>
            </p14:nvContentPartPr>
            <p14:xfrm>
              <a:off x="12764282" y="7786134"/>
              <a:ext cx="1721520" cy="356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EE0E5E2-B1CE-D436-E35A-CB66DD189D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74642" y="7696134"/>
                <a:ext cx="1901160" cy="53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6285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Game Loop &amp; Attempts: The Core Gameplay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34327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game keeps going until you guess correctly or run out of tries. We use a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loop for this.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884057"/>
            <a:ext cx="13042821" cy="263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Loop: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code inside the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block runs at least once, which is good because the player needs to make at least one guess.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loop continues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(guess != num)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meaning it keeps going as long as the guess isn't right.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Attempt Limit (10 tries):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have a variable,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that counts how many guesses the player has made.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each guess, we check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(attempts &gt; 9)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If it is, the player loses, and we use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exit the loop.</a:t>
            </a:r>
            <a:endParaRPr lang="en-US" sz="1550" dirty="0"/>
          </a:p>
          <a:p>
            <a:pPr marL="685800" lvl="1" indent="-342900" algn="l">
              <a:lnSpc>
                <a:spcPts val="2500"/>
              </a:lnSpc>
              <a:buSzPct val="100000"/>
              <a:buChar char="◦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time the player makes a guess (and it's not correct), we increment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attempts++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797F092-A094-288B-336F-D5359273BCDF}"/>
                  </a:ext>
                </a:extLst>
              </p14:cNvPr>
              <p14:cNvContentPartPr/>
              <p14:nvPr/>
            </p14:nvContentPartPr>
            <p14:xfrm>
              <a:off x="12755642" y="7767414"/>
              <a:ext cx="1737360" cy="331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797F092-A094-288B-336F-D5359273BC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65642" y="7677774"/>
                <a:ext cx="1917000" cy="510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537686"/>
            <a:ext cx="8283297" cy="427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Hint System: "Very Hot", "Warm", "Cold"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82241" y="1154192"/>
            <a:ext cx="13065919" cy="185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help players, we give hints based on how close their guess is to the secret number.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128" y="1445419"/>
            <a:ext cx="9146143" cy="45775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83289" y="3541770"/>
            <a:ext cx="1717741" cy="25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 Input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89295" y="5633268"/>
            <a:ext cx="2055807" cy="256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Far Away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20234" y="3541770"/>
            <a:ext cx="1717740" cy="25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More Effort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84156" y="1633297"/>
            <a:ext cx="2055807" cy="25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Very Close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05078" y="4734709"/>
            <a:ext cx="1763425" cy="17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Cold - Far (diff &gt;15)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5194" y="4062289"/>
            <a:ext cx="255834" cy="2558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26361" y="4743846"/>
            <a:ext cx="1763425" cy="17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Guess Yet / Idle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80158" y="4067715"/>
            <a:ext cx="255834" cy="2558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26361" y="2966716"/>
            <a:ext cx="1763425" cy="34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Warm - Close (diff 5–15)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0158" y="2377384"/>
            <a:ext cx="255834" cy="2558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0256" y="2966716"/>
            <a:ext cx="1763425" cy="34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Very Hot &amp; Precise (diff &lt;5)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04052" y="2377384"/>
            <a:ext cx="255834" cy="25583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2241" y="6129218"/>
            <a:ext cx="13065919" cy="185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calculate the difference using </a:t>
            </a:r>
            <a:r>
              <a:rPr lang="en-US" sz="10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diff = abs(num - guess);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(remember </a:t>
            </a:r>
            <a:r>
              <a:rPr lang="en-US" sz="10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abs()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</a:t>
            </a:r>
            <a:r>
              <a:rPr lang="en-US" sz="10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&lt;stdlib.h&gt;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?).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782241" y="6420445"/>
            <a:ext cx="13065919" cy="127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Very Hot: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(diff &lt; 5)</a:t>
            </a:r>
            <a:endParaRPr lang="en-US" sz="1050" dirty="0"/>
          </a:p>
          <a:p>
            <a:pPr marL="685800" lvl="1" indent="-342900" algn="l">
              <a:lnSpc>
                <a:spcPts val="1450"/>
              </a:lnSpc>
              <a:buSzPct val="100000"/>
              <a:buChar char="◦"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guess is super close to the actual number.</a:t>
            </a:r>
            <a:endParaRPr lang="en-US" sz="10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Warm: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(diff &lt; 15 &amp;&amp; diff &gt; 5)</a:t>
            </a:r>
            <a:endParaRPr lang="en-US" sz="1050" dirty="0"/>
          </a:p>
          <a:p>
            <a:pPr marL="685800" lvl="1" indent="-342900" algn="l">
              <a:lnSpc>
                <a:spcPts val="1450"/>
              </a:lnSpc>
              <a:buSzPct val="100000"/>
              <a:buChar char="◦"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You're getting closer, but not super close.</a:t>
            </a:r>
            <a:endParaRPr lang="en-US" sz="10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Cold: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50" dirty="0"/>
          </a:p>
          <a:p>
            <a:pPr marL="685800" lvl="1" indent="-342900" algn="l">
              <a:lnSpc>
                <a:spcPts val="1450"/>
              </a:lnSpc>
              <a:buSzPct val="100000"/>
              <a:buChar char="◦"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guess is pretty far away from the target.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8839FCC-D200-0196-1E4D-DE143B84261C}"/>
                  </a:ext>
                </a:extLst>
              </p14:cNvPr>
              <p14:cNvContentPartPr/>
              <p14:nvPr/>
            </p14:nvContentPartPr>
            <p14:xfrm>
              <a:off x="12884882" y="7789014"/>
              <a:ext cx="1590120" cy="312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8839FCC-D200-0196-1E4D-DE143B8426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794882" y="7699374"/>
                <a:ext cx="1769760" cy="49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26557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Direction Guidance: Higher or Lower?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56436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Besides closeness, we also tell the player if their guess was too high or too low. This narrows down the possibilities.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22690"/>
            <a:ext cx="992267" cy="14610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84415" y="36210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Guess Lower!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984415" y="4050268"/>
            <a:ext cx="63657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guess &gt; num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The player's number is bigger than the secret number. They need to aim for a smaller number next time.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83706"/>
            <a:ext cx="992267" cy="14610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84415" y="50820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Guess Higher!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1984415" y="5511284"/>
            <a:ext cx="63657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guess &lt; num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The player's number is smaller than the secret number. They need to aim for a larger number next time.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793790" y="6567964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neither of these conditions is true, it means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guess == num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the player has won!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5637"/>
            <a:ext cx="1101923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Concepts Used: The Building Blocks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5254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simple game uses several fundamental C programming concepts.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793331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930" y="37933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Loops (</a:t>
            </a:r>
            <a:r>
              <a:rPr lang="en-US" sz="1950" b="1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)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37930" y="4222552"/>
            <a:ext cx="5653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repeating actions until a condition is met.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3793331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285" y="3793331"/>
            <a:ext cx="35173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Conditions (</a:t>
            </a:r>
            <a:r>
              <a:rPr lang="en-US" sz="1950" b="1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if-else if-else</a:t>
            </a: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)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183285" y="4222552"/>
            <a:ext cx="5653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making decisions and providing different feedback.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36927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7930" y="4936927"/>
            <a:ext cx="565320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Functions (</a:t>
            </a:r>
            <a:r>
              <a:rPr lang="en-US" sz="1950" b="1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main, printf, scanf, rand, srand, time, abs</a:t>
            </a: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)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537930" y="5676305"/>
            <a:ext cx="5653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Pre-written code blocks to perform specific tasks.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9144" y="4936927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83285" y="4936927"/>
            <a:ext cx="28267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User Input/Output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8183285" y="5366147"/>
            <a:ext cx="5653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Interacting with the user (getting guesses, giving results).</a:t>
            </a:r>
            <a:endParaRPr lang="en-US" sz="15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BF4A470-FF0E-E667-E04F-EB89AE02363C}"/>
                  </a:ext>
                </a:extLst>
              </p14:cNvPr>
              <p14:cNvContentPartPr/>
              <p14:nvPr/>
            </p14:nvContentPartPr>
            <p14:xfrm>
              <a:off x="12771842" y="7720614"/>
              <a:ext cx="1702440" cy="354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BF4A470-FF0E-E667-E04F-EB89AE02363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682202" y="7630974"/>
                <a:ext cx="1882080" cy="53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0A4118-0D81-7928-949C-D1BB41D75668}"/>
              </a:ext>
            </a:extLst>
          </p:cNvPr>
          <p:cNvSpPr txBox="1"/>
          <p:nvPr/>
        </p:nvSpPr>
        <p:spPr>
          <a:xfrm>
            <a:off x="5134708" y="409309"/>
            <a:ext cx="3114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0070C0"/>
                </a:solidFill>
                <a:latin typeface="Unbounded Bold"/>
              </a:rPr>
              <a:t>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BFC2B-D9A6-7764-7A5D-455246DA7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5" y="1338914"/>
            <a:ext cx="6110127" cy="6724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59F23A-41B7-D5B4-5F03-BEFB9EBDC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520" y="3690228"/>
            <a:ext cx="592455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79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446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77D37-700D-B6EB-45C9-35687C53AF08}"/>
              </a:ext>
            </a:extLst>
          </p:cNvPr>
          <p:cNvSpPr txBox="1"/>
          <p:nvPr/>
        </p:nvSpPr>
        <p:spPr>
          <a:xfrm>
            <a:off x="3989196" y="602901"/>
            <a:ext cx="57476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  <a:latin typeface="Unbounded Bold"/>
              </a:rPr>
              <a:t>OUTPUT OF THE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68179-5740-97CF-3199-B71D95E53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630"/>
          <a:stretch>
            <a:fillRect/>
          </a:stretch>
        </p:blipFill>
        <p:spPr>
          <a:xfrm>
            <a:off x="482596" y="1926340"/>
            <a:ext cx="4109501" cy="55868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871A90-0E8A-CABC-CCB0-FB785BCF2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84" y="1926340"/>
            <a:ext cx="4347582" cy="55868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8F3A67-52DE-D90F-1073-9C7D359F0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8305" y="1926341"/>
            <a:ext cx="3498786" cy="558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648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8CF6643-F638-0062-0D07-12CEECD28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485" y="1943053"/>
            <a:ext cx="1003327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Generate random     number (1–100)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 attempts = 0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While attempts &lt; 10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  a. Input guess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  b. attempts++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  c. If guess == number → display win → stop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  d. Find difference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  e. Display hint (hot/warm/cold)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  f. Display higher/lower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Display lose message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63D6C-296B-143D-60B5-6568227046D5}"/>
              </a:ext>
            </a:extLst>
          </p:cNvPr>
          <p:cNvSpPr txBox="1"/>
          <p:nvPr/>
        </p:nvSpPr>
        <p:spPr>
          <a:xfrm>
            <a:off x="2406580" y="471858"/>
            <a:ext cx="89028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0070C0"/>
                </a:solidFill>
                <a:latin typeface="Unbounded Bold"/>
              </a:rPr>
              <a:t>ALGORITHM FOR THE CODE</a:t>
            </a:r>
          </a:p>
        </p:txBody>
      </p:sp>
    </p:spTree>
    <p:extLst>
      <p:ext uri="{BB962C8B-B14F-4D97-AF65-F5344CB8AC3E}">
        <p14:creationId xmlns:p14="http://schemas.microsoft.com/office/powerpoint/2010/main" val="504379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66907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 &amp; Future Improvements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50471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number guessing game helps us understand basic C programming. It's a good starting point!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3363039"/>
            <a:ext cx="7556421" cy="102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Summary: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 covered random number generation, game loops, hints, and input/output.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It’s a simple project that pulls together different things we've learned.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60831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Possible Future Enhancements: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149096"/>
            <a:ext cx="7556421" cy="211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Difficulty Levels: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Let the player choose the range of numbers (e.g., 1-50, 1-1000).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Player Names: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Ask for the player's name and include it in messages.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Scores: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Save the best scores (fewest attempts) to a file.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Detailed Hints: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Maybe "getting warmer" or "getting colder" after each guess.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1215</Words>
  <Application>Microsoft Office PowerPoint</Application>
  <PresentationFormat>Custom</PresentationFormat>
  <Paragraphs>122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Open Sans</vt:lpstr>
      <vt:lpstr>Unbounded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Yogesh Belsare</dc:creator>
  <cp:lastModifiedBy>Yogesh Belsare</cp:lastModifiedBy>
  <cp:revision>6</cp:revision>
  <dcterms:created xsi:type="dcterms:W3CDTF">2026-02-16T08:54:04Z</dcterms:created>
  <dcterms:modified xsi:type="dcterms:W3CDTF">2026-02-20T11:27:06Z</dcterms:modified>
</cp:coreProperties>
</file>